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4" r:id="rId4"/>
    <p:sldMasterId id="2147484137" r:id="rId5"/>
    <p:sldMasterId id="2147484150" r:id="rId6"/>
  </p:sldMasterIdLst>
  <p:notesMasterIdLst>
    <p:notesMasterId r:id="rId12"/>
  </p:notesMasterIdLst>
  <p:sldIdLst>
    <p:sldId id="291" r:id="rId7"/>
    <p:sldId id="272" r:id="rId8"/>
    <p:sldId id="261" r:id="rId9"/>
    <p:sldId id="292" r:id="rId10"/>
    <p:sldId id="266" r:id="rId11"/>
  </p:sldIdLst>
  <p:sldSz cx="12192000" cy="6858000"/>
  <p:notesSz cx="9929813" cy="14357350"/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857828-CD2D-ECAA-1060-BF6479895B4F}" name="Buehler, Adrienne (I/EV-Z4, extern)" initials="AB" userId="S::Adrienne.Buehler@mosaiic.de::7e402702-d5be-4699-99e0-8cd3dc426dc0" providerId="AD"/>
  <p188:author id="{83157CA7-2DB2-7F9E-E6BD-25B09BAA8374}" name="Anette Schötz" initials="AS" userId="S::Anette.Schoetz@mosaiic.de::f7df14e6-4eb3-432c-86eb-f3502a1d279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C8093"/>
    <a:srgbClr val="875A7B"/>
    <a:srgbClr val="009898"/>
    <a:srgbClr val="662988"/>
    <a:srgbClr val="FEFFFB"/>
    <a:srgbClr val="F7FFE5"/>
    <a:srgbClr val="C4D6F5"/>
    <a:srgbClr val="F8C175"/>
    <a:srgbClr val="94D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44B0BD-CBD4-4EFC-8EA2-12DFDED8DDDE}" v="4" dt="2026-07-17T06:36:13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25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Huber" userId="c1ffe98f-a01d-4bb0-b03b-97e297c386d7" providerId="ADAL" clId="{5EF758E1-FE8C-461A-A911-F232499F1B9F}"/>
    <pc:docChg chg="custSel addSld delSld modSld">
      <pc:chgData name="Thomas Huber" userId="c1ffe98f-a01d-4bb0-b03b-97e297c386d7" providerId="ADAL" clId="{5EF758E1-FE8C-461A-A911-F232499F1B9F}" dt="2026-07-17T09:10:21.887" v="1403" actId="20577"/>
      <pc:docMkLst>
        <pc:docMk/>
      </pc:docMkLst>
      <pc:sldChg chg="add">
        <pc:chgData name="Thomas Huber" userId="c1ffe98f-a01d-4bb0-b03b-97e297c386d7" providerId="ADAL" clId="{5EF758E1-FE8C-461A-A911-F232499F1B9F}" dt="2026-07-14T09:05:23.204" v="851"/>
        <pc:sldMkLst>
          <pc:docMk/>
          <pc:sldMk cId="693706552" sldId="261"/>
        </pc:sldMkLst>
      </pc:sldChg>
      <pc:sldChg chg="modSp add mod">
        <pc:chgData name="Thomas Huber" userId="c1ffe98f-a01d-4bb0-b03b-97e297c386d7" providerId="ADAL" clId="{5EF758E1-FE8C-461A-A911-F232499F1B9F}" dt="2026-07-14T09:07:56.443" v="863" actId="20577"/>
        <pc:sldMkLst>
          <pc:docMk/>
          <pc:sldMk cId="1706917525" sldId="266"/>
        </pc:sldMkLst>
        <pc:spChg chg="mod">
          <ac:chgData name="Thomas Huber" userId="c1ffe98f-a01d-4bb0-b03b-97e297c386d7" providerId="ADAL" clId="{5EF758E1-FE8C-461A-A911-F232499F1B9F}" dt="2026-07-14T09:07:56.443" v="863" actId="20577"/>
          <ac:spMkLst>
            <pc:docMk/>
            <pc:sldMk cId="1706917525" sldId="266"/>
            <ac:spMk id="8" creationId="{C792F8C9-749F-9F6B-2EC1-2101C57B6DEA}"/>
          </ac:spMkLst>
        </pc:spChg>
      </pc:sldChg>
      <pc:sldChg chg="add">
        <pc:chgData name="Thomas Huber" userId="c1ffe98f-a01d-4bb0-b03b-97e297c386d7" providerId="ADAL" clId="{5EF758E1-FE8C-461A-A911-F232499F1B9F}" dt="2026-07-14T09:04:00.835" v="846"/>
        <pc:sldMkLst>
          <pc:docMk/>
          <pc:sldMk cId="2495012024" sldId="272"/>
        </pc:sldMkLst>
      </pc:sldChg>
      <pc:sldChg chg="modSp mod">
        <pc:chgData name="Thomas Huber" userId="c1ffe98f-a01d-4bb0-b03b-97e297c386d7" providerId="ADAL" clId="{5EF758E1-FE8C-461A-A911-F232499F1B9F}" dt="2026-07-14T09:02:59.931" v="845" actId="20577"/>
        <pc:sldMkLst>
          <pc:docMk/>
          <pc:sldMk cId="884734400" sldId="291"/>
        </pc:sldMkLst>
        <pc:spChg chg="mod">
          <ac:chgData name="Thomas Huber" userId="c1ffe98f-a01d-4bb0-b03b-97e297c386d7" providerId="ADAL" clId="{5EF758E1-FE8C-461A-A911-F232499F1B9F}" dt="2026-07-14T09:02:59.931" v="845" actId="20577"/>
          <ac:spMkLst>
            <pc:docMk/>
            <pc:sldMk cId="884734400" sldId="291"/>
            <ac:spMk id="14" creationId="{27E6FC54-E40E-F62D-AFDF-CAB5E4E71526}"/>
          </ac:spMkLst>
        </pc:spChg>
      </pc:sldChg>
      <pc:sldChg chg="addSp modSp new mod">
        <pc:chgData name="Thomas Huber" userId="c1ffe98f-a01d-4bb0-b03b-97e297c386d7" providerId="ADAL" clId="{5EF758E1-FE8C-461A-A911-F232499F1B9F}" dt="2026-07-17T09:10:21.887" v="1403" actId="20577"/>
        <pc:sldMkLst>
          <pc:docMk/>
          <pc:sldMk cId="1988610499" sldId="292"/>
        </pc:sldMkLst>
        <pc:spChg chg="mod">
          <ac:chgData name="Thomas Huber" userId="c1ffe98f-a01d-4bb0-b03b-97e297c386d7" providerId="ADAL" clId="{5EF758E1-FE8C-461A-A911-F232499F1B9F}" dt="2026-07-14T09:09:17.180" v="928" actId="20577"/>
          <ac:spMkLst>
            <pc:docMk/>
            <pc:sldMk cId="1988610499" sldId="292"/>
            <ac:spMk id="2" creationId="{B999034D-C4DA-F51D-1827-74F169C0C055}"/>
          </ac:spMkLst>
        </pc:spChg>
        <pc:spChg chg="mod">
          <ac:chgData name="Thomas Huber" userId="c1ffe98f-a01d-4bb0-b03b-97e297c386d7" providerId="ADAL" clId="{5EF758E1-FE8C-461A-A911-F232499F1B9F}" dt="2026-07-17T06:36:25.599" v="1400" actId="20577"/>
          <ac:spMkLst>
            <pc:docMk/>
            <pc:sldMk cId="1988610499" sldId="292"/>
            <ac:spMk id="4" creationId="{E0015B65-83BD-6FF6-8B30-1B59101ABF26}"/>
          </ac:spMkLst>
        </pc:spChg>
        <pc:spChg chg="add mod">
          <ac:chgData name="Thomas Huber" userId="c1ffe98f-a01d-4bb0-b03b-97e297c386d7" providerId="ADAL" clId="{5EF758E1-FE8C-461A-A911-F232499F1B9F}" dt="2026-07-17T09:10:21.887" v="1403" actId="20577"/>
          <ac:spMkLst>
            <pc:docMk/>
            <pc:sldMk cId="1988610499" sldId="292"/>
            <ac:spMk id="7" creationId="{3141AA3B-CEAD-162E-3C92-E06315FA95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970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7E74-E896-1717-4C42-232C55FF0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AAF4655-F21D-4C79-0C7B-8FFD28ABE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B4586F4-1373-78B4-408B-3C7C8133F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CEEC1B-6012-9254-9BFC-35964C5F7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28B9DB-2F96-4D39-8D82-690002582D5A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0823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ic Folien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F33EA71-2719-CC48-E9DE-245765D8B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61585" y="1846025"/>
            <a:ext cx="5900181" cy="3071899"/>
          </a:xfrm>
          <a:prstGeom prst="rect">
            <a:avLst/>
          </a:prstGeom>
        </p:spPr>
      </p:pic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DC6C04F0-05BC-3590-23CA-30EE29161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117" y="6634231"/>
            <a:ext cx="3132596" cy="235058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12AFE86B-199C-4E3F-9E21-B30AE896CC14}" type="datetime1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2C7D3DE8-3B12-A8F9-D5FB-232646C01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713" y="6634231"/>
            <a:ext cx="8302062" cy="235057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F2170230-F340-F263-0D03-EDDFFE271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17775" y="6634229"/>
            <a:ext cx="374222" cy="235057"/>
          </a:xfrm>
          <a:prstGeom prst="rect">
            <a:avLst/>
          </a:prstGeom>
        </p:spPr>
        <p:txBody>
          <a:bodyPr lIns="54000" tIns="0" rIns="0" bIns="0" anchor="ctr"/>
          <a:lstStyle>
            <a:lvl1pPr algn="l">
              <a:defRPr sz="933">
                <a:solidFill>
                  <a:schemeClr val="tx2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748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mittig_linksbündig_ohne Fußzeile_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6D30B04-54BD-32B9-E036-AD6263DB7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6923" y="53008"/>
            <a:ext cx="1937330" cy="1008661"/>
          </a:xfrm>
          <a:prstGeom prst="rect">
            <a:avLst/>
          </a:prstGeom>
        </p:spPr>
      </p:pic>
      <p:sp>
        <p:nvSpPr>
          <p:cNvPr id="76" name="Textplatzhalter 80">
            <a:extLst>
              <a:ext uri="{FF2B5EF4-FFF2-40B4-BE49-F238E27FC236}">
                <a16:creationId xmlns:a16="http://schemas.microsoft.com/office/drawing/2014/main" id="{EFED5BB8-9EA0-FC84-E74F-E0E3769473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3892" y="1995296"/>
            <a:ext cx="8950109" cy="132959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kumimoji="0" lang="de-DE" sz="48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>
              <a:defRPr lang="de-DE" sz="2400" dirty="0" smtClean="0"/>
            </a:lvl2pPr>
            <a:lvl3pPr>
              <a:defRPr lang="de-DE" sz="2400" dirty="0" smtClean="0"/>
            </a:lvl3pPr>
            <a:lvl4pPr>
              <a:defRPr lang="de-DE" dirty="0" smtClean="0"/>
            </a:lvl4pPr>
            <a:lvl5pPr>
              <a:defRPr lang="de-DE" dirty="0"/>
            </a:lvl5pPr>
          </a:lstStyle>
          <a:p>
            <a:pPr marL="228594" marR="0" lvl="0" indent="-228594" defTabSz="57597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  <a:p>
            <a:pPr marL="228594" marR="0" lvl="1" indent="-228594" defTabSz="57597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de-DE"/>
              <a:t>Zweite Ebene</a:t>
            </a:r>
          </a:p>
        </p:txBody>
      </p:sp>
      <p:sp>
        <p:nvSpPr>
          <p:cNvPr id="77" name="Textplatzhalter 82">
            <a:extLst>
              <a:ext uri="{FF2B5EF4-FFF2-40B4-BE49-F238E27FC236}">
                <a16:creationId xmlns:a16="http://schemas.microsoft.com/office/drawing/2014/main" id="{0766679E-D051-DD50-77BF-D027FA627D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3892" y="3487534"/>
            <a:ext cx="8950109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kumimoji="0" lang="de-DE" sz="1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</a:defRPr>
            </a:lvl1pPr>
            <a:lvl2pPr>
              <a:defRPr lang="de-DE" sz="2667" dirty="0" smtClean="0">
                <a:solidFill>
                  <a:schemeClr val="tx2"/>
                </a:solidFill>
              </a:defRPr>
            </a:lvl2pPr>
            <a:lvl3pPr>
              <a:defRPr lang="de-DE" sz="2400" dirty="0" smtClean="0">
                <a:solidFill>
                  <a:schemeClr val="tx2"/>
                </a:solidFill>
              </a:defRPr>
            </a:lvl3pPr>
            <a:lvl4pPr>
              <a:defRPr lang="de-DE" sz="2133" dirty="0" smtClean="0">
                <a:solidFill>
                  <a:schemeClr val="tx2"/>
                </a:solidFill>
              </a:defRPr>
            </a:lvl4pPr>
            <a:lvl5pPr>
              <a:defRPr lang="de-DE" sz="2133" dirty="0">
                <a:solidFill>
                  <a:schemeClr val="tx2"/>
                </a:solidFill>
              </a:defRPr>
            </a:lvl5pPr>
          </a:lstStyle>
          <a:p>
            <a:pPr marL="304784" marR="0" lvl="0" indent="-304784" defTabSz="57597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78" name="Textplatzhalter 82">
            <a:extLst>
              <a:ext uri="{FF2B5EF4-FFF2-40B4-BE49-F238E27FC236}">
                <a16:creationId xmlns:a16="http://schemas.microsoft.com/office/drawing/2014/main" id="{D846DAA9-1A2C-CCC9-6751-3DD0D28139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3892" y="3803884"/>
            <a:ext cx="8950109" cy="2405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kumimoji="0" lang="de-DE" sz="16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venir Next LT Pro Light" panose="020B0304020202020204" pitchFamily="34" charset="0"/>
              </a:defRPr>
            </a:lvl1pPr>
          </a:lstStyle>
          <a:p>
            <a:pPr marL="304784" marR="0" lvl="0" indent="-304784" defTabSz="57597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2" name="Datumsplatzhalter 5">
            <a:extLst>
              <a:ext uri="{FF2B5EF4-FFF2-40B4-BE49-F238E27FC236}">
                <a16:creationId xmlns:a16="http://schemas.microsoft.com/office/drawing/2014/main" id="{3EE745F3-AD67-329A-4946-4AAF8C5ECC7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3117" y="6634231"/>
            <a:ext cx="3132596" cy="235058"/>
          </a:xfrm>
        </p:spPr>
        <p:txBody>
          <a:bodyPr/>
          <a:lstStyle/>
          <a:p>
            <a:fld id="{96B2D43F-7CE2-4BAF-A290-C74389059A32}" type="datetime1">
              <a:rPr lang="de-DE" smtClean="0"/>
              <a:t>17.07.2026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809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unten_linksbündig_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6">
            <a:extLst>
              <a:ext uri="{FF2B5EF4-FFF2-40B4-BE49-F238E27FC236}">
                <a16:creationId xmlns:a16="http://schemas.microsoft.com/office/drawing/2014/main" id="{17F1106C-DD4F-C7B5-045A-743BB329F0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7" y="5717520"/>
            <a:ext cx="11413147" cy="378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1219139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Thema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29970973-A04B-D76A-C5DF-02834F172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231" y="3845852"/>
            <a:ext cx="11413147" cy="1768369"/>
          </a:xfrm>
        </p:spPr>
        <p:txBody>
          <a:bodyPr vert="horz" lIns="36000" tIns="45720" rIns="36000" bIns="45720" rtlCol="0" anchor="b">
            <a:noAutofit/>
          </a:bodyPr>
          <a:lstStyle>
            <a:lvl1pPr>
              <a:defRPr lang="de-DE" sz="4000"/>
            </a:lvl1pPr>
          </a:lstStyle>
          <a:p>
            <a:r>
              <a:rPr lang="de-DE" sz="4000"/>
              <a:t>Titel bearbeiten</a:t>
            </a:r>
            <a:br>
              <a:rPr lang="de-DE" sz="4000"/>
            </a:br>
            <a:r>
              <a:rPr lang="de-DE" sz="4000"/>
              <a:t>in Avenir Next LT Pro Demi, 30pt, </a:t>
            </a:r>
            <a:br>
              <a:rPr lang="de-DE" sz="4000"/>
            </a:br>
            <a:r>
              <a:rPr lang="de-DE" sz="4000"/>
              <a:t>dunkelblau, ggf. 3 zeilig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E295777-0C26-391D-B401-AF05E1B896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80FFCB2-9D9D-43E4-8BD1-043A809E6DC8}" type="datetime1">
              <a:rPr lang="de-DE" smtClean="0"/>
              <a:t>17.07.2026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1514D77-98A1-2255-3189-63CF2C75B68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152FFB0-36A0-ED6E-F832-AE9DCFA35D8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70699D4-5809-7C45-DFC5-751AB3232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6923" y="53008"/>
            <a:ext cx="1937330" cy="10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72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+ Logo + Fußzeil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22426F-3526-6379-2406-BF205EBC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27361-0A61-4416-A63B-E22C3117AC4C}" type="datetime1">
              <a:rPr lang="de-DE" smtClean="0"/>
              <a:t>17.07.2026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F2E3135-BE20-1ACF-D876-69EFAC26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752C50E-6863-03AE-3214-B93CFBEB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525E036-609F-5EDD-9BD2-7E1FED2540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6923" y="53008"/>
            <a:ext cx="1937330" cy="10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2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H1/ H3 + Logo + Fußzeil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0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119" y="297875"/>
            <a:ext cx="9986163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</a:p>
        </p:txBody>
      </p:sp>
      <p:sp>
        <p:nvSpPr>
          <p:cNvPr id="17" name="Textplatzhalter 1">
            <a:extLst>
              <a:ext uri="{FF2B5EF4-FFF2-40B4-BE49-F238E27FC236}">
                <a16:creationId xmlns:a16="http://schemas.microsoft.com/office/drawing/2014/main" id="{DFFD9127-595F-4DED-868B-7B33370A79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3" y="715161"/>
            <a:ext cx="9986169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687908D-9989-8B18-AC71-76F017403FD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2587" y="1454709"/>
            <a:ext cx="11435188" cy="5035847"/>
          </a:xfrm>
        </p:spPr>
        <p:txBody>
          <a:bodyPr/>
          <a:lstStyle>
            <a:lvl1pPr>
              <a:spcAft>
                <a:spcPts val="1000"/>
              </a:spcAft>
              <a:defRPr sz="1600"/>
            </a:lvl1pPr>
            <a:lvl2pPr>
              <a:spcAft>
                <a:spcPts val="1000"/>
              </a:spcAft>
              <a:defRPr sz="1400"/>
            </a:lvl2pPr>
            <a:lvl3pPr>
              <a:spcAft>
                <a:spcPts val="1000"/>
              </a:spcAft>
              <a:defRPr sz="1400"/>
            </a:lvl3pPr>
            <a:lvl4pPr>
              <a:spcAft>
                <a:spcPts val="1000"/>
              </a:spcAft>
              <a:defRPr sz="1200"/>
            </a:lvl4pPr>
            <a:lvl5pPr>
              <a:spcAft>
                <a:spcPts val="1000"/>
              </a:spcAft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984C0B-4DAF-EBD5-2479-E25A0B975E2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94C0923-677A-4617-8F67-D1C0FE8DA9EF}" type="datetime1">
              <a:rPr lang="de-DE" smtClean="0"/>
              <a:t>17.07.2026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B5FD6C-3C2C-CBD1-F82D-2DDF0AEBA07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8DB3190-0383-892D-AA9B-7AA79FFF70F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69874B2-A4F4-A91E-F6EE-8EAF5CEC75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6923" y="53008"/>
            <a:ext cx="1937330" cy="1008661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587AADF4-FB14-8098-EC47-50844497F597}"/>
              </a:ext>
            </a:extLst>
          </p:cNvPr>
          <p:cNvSpPr/>
          <p:nvPr userDrawn="1"/>
        </p:nvSpPr>
        <p:spPr>
          <a:xfrm>
            <a:off x="12795903" y="1612900"/>
            <a:ext cx="926447" cy="850900"/>
          </a:xfrm>
          <a:prstGeom prst="rect">
            <a:avLst/>
          </a:prstGeom>
          <a:solidFill>
            <a:srgbClr val="FFA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de-DE" sz="1050">
                <a:solidFill>
                  <a:schemeClr val="bg1"/>
                </a:solidFill>
              </a:rPr>
              <a:t>#FF9D0D</a:t>
            </a:r>
          </a:p>
        </p:txBody>
      </p:sp>
    </p:spTree>
    <p:extLst>
      <p:ext uri="{BB962C8B-B14F-4D97-AF65-F5344CB8AC3E}">
        <p14:creationId xmlns:p14="http://schemas.microsoft.com/office/powerpoint/2010/main" val="1011492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H1/H2/H3 + Logo + Fußzeil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119" y="297875"/>
            <a:ext cx="9995815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  <a:br>
              <a:rPr lang="de-DE"/>
            </a:br>
            <a:r>
              <a:rPr lang="de-DE"/>
              <a:t>Headline2</a:t>
            </a:r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EDAAD0CE-8278-8E0F-007E-D476C3EC8D3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2587" y="2109986"/>
            <a:ext cx="11435188" cy="4380569"/>
          </a:xfrm>
        </p:spPr>
        <p:txBody>
          <a:bodyPr/>
          <a:lstStyle>
            <a:lvl1pPr>
              <a:spcAft>
                <a:spcPts val="1000"/>
              </a:spcAft>
              <a:defRPr sz="1600"/>
            </a:lvl1pPr>
            <a:lvl2pPr>
              <a:spcAft>
                <a:spcPts val="1000"/>
              </a:spcAft>
              <a:defRPr sz="1400"/>
            </a:lvl2pPr>
            <a:lvl3pPr>
              <a:spcAft>
                <a:spcPts val="1000"/>
              </a:spcAft>
              <a:defRPr sz="1400"/>
            </a:lvl3pPr>
            <a:lvl4pPr>
              <a:spcAft>
                <a:spcPts val="1000"/>
              </a:spcAft>
              <a:defRPr sz="1200"/>
            </a:lvl4pPr>
            <a:lvl5pPr>
              <a:spcAft>
                <a:spcPts val="1000"/>
              </a:spcAft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1">
            <a:extLst>
              <a:ext uri="{FF2B5EF4-FFF2-40B4-BE49-F238E27FC236}">
                <a16:creationId xmlns:a16="http://schemas.microsoft.com/office/drawing/2014/main" id="{067335BD-A582-CEE6-56AB-8CAB0A6AA2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3" y="1400961"/>
            <a:ext cx="11434662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18E03C0-F4DD-7EA8-3492-DF4A66CC2BB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C735577-7836-43EB-B579-A516564A3A37}" type="datetime1">
              <a:rPr lang="de-DE" smtClean="0"/>
              <a:t>17.07.2026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848C6B6-433A-9994-C197-BD3A6356AD2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1417410-7B30-60DD-3231-5B5E9E3FBB4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DFB7595-D495-2F7C-F863-9BDF8E18DE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6923" y="53008"/>
            <a:ext cx="1937330" cy="10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40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H1/H3 + Fußzeile unten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A33F371B-6733-B6C9-E864-35EE2A80ACF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916805" y="0"/>
            <a:ext cx="3275195" cy="685800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32AB74F5-E937-C777-EE96-A0014DB2FBB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3117" y="6627239"/>
            <a:ext cx="1344083" cy="235058"/>
          </a:xfrm>
        </p:spPr>
        <p:txBody>
          <a:bodyPr/>
          <a:lstStyle/>
          <a:p>
            <a:fld id="{7E4E907D-7C22-4267-B115-453C0ECF1F76}" type="datetime1">
              <a:rPr lang="de-DE" smtClean="0"/>
              <a:t>17.07.2026</a:t>
            </a:fld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8BF84A28-F50E-CC1C-9AB6-13821FD076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727201" y="6627239"/>
            <a:ext cx="7051813" cy="235057"/>
          </a:xfrm>
        </p:spPr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118" y="297875"/>
            <a:ext cx="8393237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558FC05B-7AF7-E192-4A54-B378B575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6" y="1456266"/>
            <a:ext cx="8393239" cy="50339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>
              <a:spcBef>
                <a:spcPts val="0"/>
              </a:spcBef>
              <a:spcAft>
                <a:spcPts val="1000"/>
              </a:spcAft>
              <a:defRPr sz="1600"/>
            </a:lvl1pPr>
            <a:lvl2pPr marL="360000" indent="-180000">
              <a:spcBef>
                <a:spcPts val="0"/>
              </a:spcBef>
              <a:spcAft>
                <a:spcPts val="1000"/>
              </a:spcAft>
              <a:defRPr sz="1400"/>
            </a:lvl2pPr>
            <a:lvl3pPr marL="540000" indent="-180000">
              <a:spcBef>
                <a:spcPts val="0"/>
              </a:spcBef>
              <a:spcAft>
                <a:spcPts val="1000"/>
              </a:spcAft>
              <a:defRPr sz="1400"/>
            </a:lvl3pPr>
            <a:lvl4pPr marL="720000" indent="-180000">
              <a:spcBef>
                <a:spcPts val="0"/>
              </a:spcBef>
              <a:spcAft>
                <a:spcPts val="1000"/>
              </a:spcAft>
              <a:defRPr sz="1200"/>
            </a:lvl4pPr>
            <a:lvl5pPr marL="900000" indent="-180000">
              <a:spcBef>
                <a:spcPts val="0"/>
              </a:spcBef>
              <a:spcAft>
                <a:spcPts val="1000"/>
              </a:spcAft>
              <a:defRPr sz="1200"/>
            </a:lvl5pPr>
            <a:lvl6pPr marL="1080000" indent="-180000">
              <a:spcBef>
                <a:spcPts val="0"/>
              </a:spcBef>
              <a:spcAft>
                <a:spcPts val="1000"/>
              </a:spcAft>
              <a:defRPr sz="1050"/>
            </a:lvl6pPr>
            <a:lvl7pPr marL="1260000" indent="-180000">
              <a:spcBef>
                <a:spcPts val="0"/>
              </a:spcBef>
              <a:spcAft>
                <a:spcPts val="1000"/>
              </a:spcAft>
              <a:defRPr sz="1050"/>
            </a:lvl7pPr>
            <a:lvl8pPr marL="1440000" indent="-180000">
              <a:spcBef>
                <a:spcPts val="0"/>
              </a:spcBef>
              <a:spcAft>
                <a:spcPts val="1000"/>
              </a:spcAft>
              <a:defRPr sz="900"/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oliennummernplatzhalter 4">
            <a:extLst>
              <a:ext uri="{FF2B5EF4-FFF2-40B4-BE49-F238E27FC236}">
                <a16:creationId xmlns:a16="http://schemas.microsoft.com/office/drawing/2014/main" id="{CF6583BC-CBD7-DDA0-57DE-D6535CFF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7775" y="6631508"/>
            <a:ext cx="374225" cy="235057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D93C37A8-5891-D1B3-8CA6-084EDDD48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3" y="734211"/>
            <a:ext cx="8393237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</p:spTree>
    <p:extLst>
      <p:ext uri="{BB962C8B-B14F-4D97-AF65-F5344CB8AC3E}">
        <p14:creationId xmlns:p14="http://schemas.microsoft.com/office/powerpoint/2010/main" val="227171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H1/H3 + Fußzeile unten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A33F371B-6733-B6C9-E864-35EE2A80ACF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3275195" cy="685800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32AB74F5-E937-C777-EE96-A0014DB2FBB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07871" y="6623306"/>
            <a:ext cx="1411779" cy="23505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2B631E-09C6-4639-8BA1-806622F5BCD4}" type="datetime1">
              <a:rPr lang="de-DE" smtClean="0"/>
              <a:t>17.07.2026</a:t>
            </a:fld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8BF84A28-F50E-CC1C-9AB6-13821FD076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19651" y="6625449"/>
            <a:ext cx="6998124" cy="235057"/>
          </a:xfrm>
        </p:spPr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7876" y="297875"/>
            <a:ext cx="8409899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558FC05B-7AF7-E192-4A54-B378B575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7874" y="1478843"/>
            <a:ext cx="8409901" cy="50196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>
              <a:spcBef>
                <a:spcPts val="0"/>
              </a:spcBef>
              <a:spcAft>
                <a:spcPts val="1000"/>
              </a:spcAft>
              <a:defRPr sz="1600"/>
            </a:lvl1pPr>
            <a:lvl2pPr marL="360000" indent="-180000">
              <a:spcBef>
                <a:spcPts val="0"/>
              </a:spcBef>
              <a:spcAft>
                <a:spcPts val="1000"/>
              </a:spcAft>
              <a:defRPr sz="1400"/>
            </a:lvl2pPr>
            <a:lvl3pPr marL="540000" indent="-180000">
              <a:spcBef>
                <a:spcPts val="0"/>
              </a:spcBef>
              <a:spcAft>
                <a:spcPts val="1000"/>
              </a:spcAft>
              <a:defRPr sz="1400"/>
            </a:lvl3pPr>
            <a:lvl4pPr marL="720000" indent="-180000">
              <a:spcBef>
                <a:spcPts val="0"/>
              </a:spcBef>
              <a:spcAft>
                <a:spcPts val="1000"/>
              </a:spcAft>
              <a:defRPr sz="1200"/>
            </a:lvl4pPr>
            <a:lvl5pPr marL="900000" indent="-180000">
              <a:spcBef>
                <a:spcPts val="0"/>
              </a:spcBef>
              <a:spcAft>
                <a:spcPts val="1000"/>
              </a:spcAft>
              <a:defRPr sz="1200"/>
            </a:lvl5pPr>
            <a:lvl6pPr marL="1080000" indent="-180000">
              <a:spcBef>
                <a:spcPts val="0"/>
              </a:spcBef>
              <a:spcAft>
                <a:spcPts val="1000"/>
              </a:spcAft>
              <a:defRPr sz="1050"/>
            </a:lvl6pPr>
            <a:lvl7pPr marL="1260000" indent="-180000">
              <a:spcBef>
                <a:spcPts val="0"/>
              </a:spcBef>
              <a:spcAft>
                <a:spcPts val="1000"/>
              </a:spcAft>
              <a:defRPr sz="1050"/>
            </a:lvl7pPr>
            <a:lvl8pPr marL="1440000" indent="-180000">
              <a:spcBef>
                <a:spcPts val="0"/>
              </a:spcBef>
              <a:spcAft>
                <a:spcPts val="1000"/>
              </a:spcAft>
              <a:defRPr sz="900"/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oliennummernplatzhalter 4">
            <a:extLst>
              <a:ext uri="{FF2B5EF4-FFF2-40B4-BE49-F238E27FC236}">
                <a16:creationId xmlns:a16="http://schemas.microsoft.com/office/drawing/2014/main" id="{18E56161-B4A8-15E9-022F-7EA5F716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7775" y="6627211"/>
            <a:ext cx="374225" cy="235057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4B54751A-682C-468E-3FC8-72B0308D89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12063" y="734211"/>
            <a:ext cx="8409899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</p:spTree>
    <p:extLst>
      <p:ext uri="{BB962C8B-B14F-4D97-AF65-F5344CB8AC3E}">
        <p14:creationId xmlns:p14="http://schemas.microsoft.com/office/powerpoint/2010/main" val="252728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mittig_zentriert_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285B7E-2BAB-36C5-D828-8F68990C577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844" y="1423054"/>
            <a:ext cx="8512313" cy="2222660"/>
          </a:xfrm>
        </p:spPr>
        <p:txBody>
          <a:bodyPr anchor="b"/>
          <a:lstStyle>
            <a:lvl1pPr algn="ctr">
              <a:defRPr sz="5600">
                <a:solidFill>
                  <a:schemeClr val="tx2"/>
                </a:solidFill>
              </a:defRPr>
            </a:lvl1pPr>
          </a:lstStyle>
          <a:p>
            <a:r>
              <a:rPr lang="de-DE"/>
              <a:t>Key Statement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5CB8BD7-0DE8-7A2F-385D-F0CF05F718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39844" y="4010773"/>
            <a:ext cx="8512313" cy="13555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267">
                <a:solidFill>
                  <a:schemeClr val="tx2"/>
                </a:solidFill>
              </a:defRPr>
            </a:lvl1pPr>
            <a:lvl2pPr marL="609570" indent="0" algn="ctr">
              <a:buNone/>
              <a:defRPr sz="2667"/>
            </a:lvl2pPr>
            <a:lvl3pPr marL="1219139" indent="0" algn="ctr">
              <a:buNone/>
              <a:defRPr sz="2400"/>
            </a:lvl3pPr>
            <a:lvl4pPr marL="1828709" indent="0" algn="ctr">
              <a:buNone/>
              <a:defRPr sz="2133"/>
            </a:lvl4pPr>
            <a:lvl5pPr marL="2438278" indent="0" algn="ctr">
              <a:buNone/>
              <a:defRPr sz="2133"/>
            </a:lvl5pPr>
            <a:lvl6pPr marL="3047848" indent="0" algn="ctr">
              <a:buNone/>
              <a:defRPr sz="2133"/>
            </a:lvl6pPr>
            <a:lvl7pPr marL="3657417" indent="0" algn="ctr">
              <a:buNone/>
              <a:defRPr sz="2133"/>
            </a:lvl7pPr>
            <a:lvl8pPr marL="4266987" indent="0" algn="ctr">
              <a:buNone/>
              <a:defRPr sz="2133"/>
            </a:lvl8pPr>
            <a:lvl9pPr marL="4876557" indent="0" algn="ctr">
              <a:buNone/>
              <a:defRPr sz="2133"/>
            </a:lvl9pPr>
          </a:lstStyle>
          <a:p>
            <a:r>
              <a:rPr lang="de-DE"/>
              <a:t>Key Statement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F0B65F6-D4B2-9320-B252-9E9EE9FA9D3E}"/>
              </a:ext>
            </a:extLst>
          </p:cNvPr>
          <p:cNvCxnSpPr>
            <a:cxnSpLocks/>
          </p:cNvCxnSpPr>
          <p:nvPr userDrawn="1"/>
        </p:nvCxnSpPr>
        <p:spPr>
          <a:xfrm>
            <a:off x="1508810" y="3844357"/>
            <a:ext cx="9174381" cy="1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4CCC5C3-288A-D45E-4F37-919F36165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40B4-0839-4C77-B8DA-31B242D4614A}" type="datetime1">
              <a:rPr lang="de-DE" smtClean="0"/>
              <a:t>17.07.2026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B33A2BD-C69B-1EE8-79DC-4C0248BB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0665A29-D22D-8D6A-8F33-3C62A841B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9526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 H1/ H3 + ohne Logo + Fußzeile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0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118" y="297875"/>
            <a:ext cx="11434662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</a:p>
        </p:txBody>
      </p:sp>
      <p:sp>
        <p:nvSpPr>
          <p:cNvPr id="4" name="Inhaltsplatzhalter 4">
            <a:extLst>
              <a:ext uri="{FF2B5EF4-FFF2-40B4-BE49-F238E27FC236}">
                <a16:creationId xmlns:a16="http://schemas.microsoft.com/office/drawing/2014/main" id="{4F9499C5-5410-2C13-2905-ACC66235E2A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2587" y="1454709"/>
            <a:ext cx="11435188" cy="5035847"/>
          </a:xfrm>
        </p:spPr>
        <p:txBody>
          <a:bodyPr/>
          <a:lstStyle>
            <a:lvl1pPr>
              <a:spcAft>
                <a:spcPts val="1000"/>
              </a:spcAft>
              <a:defRPr/>
            </a:lvl1pPr>
            <a:lvl2pPr>
              <a:spcAft>
                <a:spcPts val="1000"/>
              </a:spcAft>
              <a:defRPr/>
            </a:lvl2pPr>
            <a:lvl3pPr>
              <a:spcAft>
                <a:spcPts val="1000"/>
              </a:spcAft>
              <a:defRPr/>
            </a:lvl3pPr>
            <a:lvl4pPr>
              <a:spcAft>
                <a:spcPts val="1000"/>
              </a:spcAft>
              <a:defRPr/>
            </a:lvl4pPr>
            <a:lvl5pPr>
              <a:spcAft>
                <a:spcPts val="1000"/>
              </a:spcAft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1">
            <a:extLst>
              <a:ext uri="{FF2B5EF4-FFF2-40B4-BE49-F238E27FC236}">
                <a16:creationId xmlns:a16="http://schemas.microsoft.com/office/drawing/2014/main" id="{72277774-1994-F73B-88FD-3EF4789219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3" y="715161"/>
            <a:ext cx="11434662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594A633-08E0-95AC-4107-48E05D0F578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14A4ADF-5670-867D-604B-7B51C30DC54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7387453B-FE16-407E-291A-E96FA07FF82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019C108D-D3BE-4EA2-8091-0E04807D0F46}" type="datetime1">
              <a:rPr lang="de-DE" smtClean="0"/>
              <a:t>17.07.2026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9586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0669D-0027-43FF-A5E6-B85686CBD520}" type="datetime1">
              <a:rPr lang="de-DE" smtClean="0"/>
              <a:t>17.07.2026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839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ic Folien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F33EA71-2719-CC48-E9DE-245765D8B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61585" y="1846025"/>
            <a:ext cx="5900181" cy="3071899"/>
          </a:xfrm>
          <a:prstGeom prst="rect">
            <a:avLst/>
          </a:prstGeom>
        </p:spPr>
      </p:pic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DC6C04F0-05BC-3590-23CA-30EE29161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117" y="6634231"/>
            <a:ext cx="3132596" cy="235058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14C2B09E-CAF2-4C11-A613-82EDCFC2D893}" type="datetime1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2C7D3DE8-3B12-A8F9-D5FB-232646C01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713" y="6634231"/>
            <a:ext cx="8302062" cy="235057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F2170230-F340-F263-0D03-EDDFFE271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17775" y="6634229"/>
            <a:ext cx="374222" cy="235057"/>
          </a:xfrm>
          <a:prstGeom prst="rect">
            <a:avLst/>
          </a:prstGeom>
        </p:spPr>
        <p:txBody>
          <a:bodyPr lIns="54000" tIns="0" rIns="0" bIns="0" anchor="ctr"/>
          <a:lstStyle>
            <a:lvl1pPr algn="l">
              <a:defRPr sz="933">
                <a:solidFill>
                  <a:schemeClr val="tx2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1272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mittig_linksbündig_ohne Fußzeile_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6D30B04-54BD-32B9-E036-AD6263DB7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6923" y="53008"/>
            <a:ext cx="1937330" cy="1008661"/>
          </a:xfrm>
          <a:prstGeom prst="rect">
            <a:avLst/>
          </a:prstGeom>
        </p:spPr>
      </p:pic>
      <p:sp>
        <p:nvSpPr>
          <p:cNvPr id="76" name="Textplatzhalter 80">
            <a:extLst>
              <a:ext uri="{FF2B5EF4-FFF2-40B4-BE49-F238E27FC236}">
                <a16:creationId xmlns:a16="http://schemas.microsoft.com/office/drawing/2014/main" id="{EFED5BB8-9EA0-FC84-E74F-E0E3769473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3892" y="1995296"/>
            <a:ext cx="8950109" cy="132959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kumimoji="0" lang="de-DE" sz="48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>
              <a:defRPr lang="de-DE" sz="2400" dirty="0" smtClean="0"/>
            </a:lvl2pPr>
            <a:lvl3pPr>
              <a:defRPr lang="de-DE" sz="2400" dirty="0" smtClean="0"/>
            </a:lvl3pPr>
            <a:lvl4pPr>
              <a:defRPr lang="de-DE" dirty="0" smtClean="0"/>
            </a:lvl4pPr>
            <a:lvl5pPr>
              <a:defRPr lang="de-DE" dirty="0"/>
            </a:lvl5pPr>
          </a:lstStyle>
          <a:p>
            <a:pPr marL="228594" marR="0" lvl="0" indent="-228594" defTabSz="57597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  <a:p>
            <a:pPr marL="228594" marR="0" lvl="1" indent="-228594" defTabSz="57597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de-DE"/>
              <a:t>Zweite Ebene</a:t>
            </a:r>
          </a:p>
        </p:txBody>
      </p:sp>
      <p:sp>
        <p:nvSpPr>
          <p:cNvPr id="77" name="Textplatzhalter 82">
            <a:extLst>
              <a:ext uri="{FF2B5EF4-FFF2-40B4-BE49-F238E27FC236}">
                <a16:creationId xmlns:a16="http://schemas.microsoft.com/office/drawing/2014/main" id="{0766679E-D051-DD50-77BF-D027FA627D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3892" y="3487534"/>
            <a:ext cx="8950109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kumimoji="0" lang="de-DE" sz="1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</a:defRPr>
            </a:lvl1pPr>
            <a:lvl2pPr>
              <a:defRPr lang="de-DE" sz="2667" dirty="0" smtClean="0">
                <a:solidFill>
                  <a:schemeClr val="tx2"/>
                </a:solidFill>
              </a:defRPr>
            </a:lvl2pPr>
            <a:lvl3pPr>
              <a:defRPr lang="de-DE" sz="2400" dirty="0" smtClean="0">
                <a:solidFill>
                  <a:schemeClr val="tx2"/>
                </a:solidFill>
              </a:defRPr>
            </a:lvl3pPr>
            <a:lvl4pPr>
              <a:defRPr lang="de-DE" sz="2133" dirty="0" smtClean="0">
                <a:solidFill>
                  <a:schemeClr val="tx2"/>
                </a:solidFill>
              </a:defRPr>
            </a:lvl4pPr>
            <a:lvl5pPr>
              <a:defRPr lang="de-DE" sz="2133" dirty="0">
                <a:solidFill>
                  <a:schemeClr val="tx2"/>
                </a:solidFill>
              </a:defRPr>
            </a:lvl5pPr>
          </a:lstStyle>
          <a:p>
            <a:pPr marL="304784" marR="0" lvl="0" indent="-304784" defTabSz="57597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78" name="Textplatzhalter 82">
            <a:extLst>
              <a:ext uri="{FF2B5EF4-FFF2-40B4-BE49-F238E27FC236}">
                <a16:creationId xmlns:a16="http://schemas.microsoft.com/office/drawing/2014/main" id="{D846DAA9-1A2C-CCC9-6751-3DD0D28139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3892" y="3803884"/>
            <a:ext cx="8950109" cy="2405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kumimoji="0" lang="de-DE" sz="16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venir Next LT Pro Light" panose="020B0304020202020204" pitchFamily="34" charset="0"/>
              </a:defRPr>
            </a:lvl1pPr>
          </a:lstStyle>
          <a:p>
            <a:pPr marL="304784" marR="0" lvl="0" indent="-304784" defTabSz="57597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2" name="Datumsplatzhalter 5">
            <a:extLst>
              <a:ext uri="{FF2B5EF4-FFF2-40B4-BE49-F238E27FC236}">
                <a16:creationId xmlns:a16="http://schemas.microsoft.com/office/drawing/2014/main" id="{3EE745F3-AD67-329A-4946-4AAF8C5ECC7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3117" y="6634231"/>
            <a:ext cx="3132596" cy="235058"/>
          </a:xfrm>
        </p:spPr>
        <p:txBody>
          <a:bodyPr/>
          <a:lstStyle/>
          <a:p>
            <a:fld id="{ABE1BD63-BFEE-4BCE-A2D1-B13C1CE67A2F}" type="datetime1">
              <a:rPr lang="de-DE" smtClean="0"/>
              <a:t>17.07.2026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250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unten_linksbündig_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6">
            <a:extLst>
              <a:ext uri="{FF2B5EF4-FFF2-40B4-BE49-F238E27FC236}">
                <a16:creationId xmlns:a16="http://schemas.microsoft.com/office/drawing/2014/main" id="{17F1106C-DD4F-C7B5-045A-743BB329F0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7" y="5717520"/>
            <a:ext cx="11413147" cy="378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1219139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Thema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29970973-A04B-D76A-C5DF-02834F172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231" y="3845852"/>
            <a:ext cx="11413147" cy="1768369"/>
          </a:xfrm>
        </p:spPr>
        <p:txBody>
          <a:bodyPr vert="horz" lIns="36000" tIns="45720" rIns="36000" bIns="45720" rtlCol="0" anchor="b">
            <a:noAutofit/>
          </a:bodyPr>
          <a:lstStyle>
            <a:lvl1pPr>
              <a:defRPr lang="de-DE" sz="4000"/>
            </a:lvl1pPr>
          </a:lstStyle>
          <a:p>
            <a:r>
              <a:rPr lang="de-DE" sz="4000"/>
              <a:t>Titel bearbeiten</a:t>
            </a:r>
            <a:br>
              <a:rPr lang="de-DE" sz="4000"/>
            </a:br>
            <a:r>
              <a:rPr lang="de-DE" sz="4000"/>
              <a:t>in Avenir Next LT Pro Demi, 30pt, </a:t>
            </a:r>
            <a:br>
              <a:rPr lang="de-DE" sz="4000"/>
            </a:br>
            <a:r>
              <a:rPr lang="de-DE" sz="4000"/>
              <a:t>dunkelblau, ggf. 3 zeilig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E295777-0C26-391D-B401-AF05E1B896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F51D30-CF3D-4416-A71E-2689F451682F}" type="datetime1">
              <a:rPr lang="de-DE" smtClean="0"/>
              <a:t>17.07.2026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1514D77-98A1-2255-3189-63CF2C75B68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152FFB0-36A0-ED6E-F832-AE9DCFA35D8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70699D4-5809-7C45-DFC5-751AB3232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6923" y="53008"/>
            <a:ext cx="1937330" cy="10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56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+ Logo + Fußzeil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22426F-3526-6379-2406-BF205EBC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F00B-50FB-4F3B-8B9E-F241850DD5F9}" type="datetime1">
              <a:rPr lang="de-DE" smtClean="0"/>
              <a:t>17.07.2026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F2E3135-BE20-1ACF-D876-69EFAC26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752C50E-6863-03AE-3214-B93CFBEB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525E036-609F-5EDD-9BD2-7E1FED2540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6923" y="53008"/>
            <a:ext cx="1937330" cy="10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68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H1/ H3 + Logo + Fußzeil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0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119" y="297875"/>
            <a:ext cx="9986163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</a:p>
        </p:txBody>
      </p:sp>
      <p:sp>
        <p:nvSpPr>
          <p:cNvPr id="17" name="Textplatzhalter 1">
            <a:extLst>
              <a:ext uri="{FF2B5EF4-FFF2-40B4-BE49-F238E27FC236}">
                <a16:creationId xmlns:a16="http://schemas.microsoft.com/office/drawing/2014/main" id="{DFFD9127-595F-4DED-868B-7B33370A79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3" y="715161"/>
            <a:ext cx="9986169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687908D-9989-8B18-AC71-76F017403FD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2587" y="1454709"/>
            <a:ext cx="11435188" cy="5035847"/>
          </a:xfrm>
        </p:spPr>
        <p:txBody>
          <a:bodyPr/>
          <a:lstStyle>
            <a:lvl1pPr>
              <a:spcAft>
                <a:spcPts val="1000"/>
              </a:spcAft>
              <a:defRPr sz="1600"/>
            </a:lvl1pPr>
            <a:lvl2pPr>
              <a:spcAft>
                <a:spcPts val="1000"/>
              </a:spcAft>
              <a:defRPr sz="1400"/>
            </a:lvl2pPr>
            <a:lvl3pPr>
              <a:spcAft>
                <a:spcPts val="1000"/>
              </a:spcAft>
              <a:defRPr sz="1400"/>
            </a:lvl3pPr>
            <a:lvl4pPr>
              <a:spcAft>
                <a:spcPts val="1000"/>
              </a:spcAft>
              <a:defRPr sz="1200"/>
            </a:lvl4pPr>
            <a:lvl5pPr>
              <a:spcAft>
                <a:spcPts val="1000"/>
              </a:spcAft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984C0B-4DAF-EBD5-2479-E25A0B975E2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2628583-CB86-482B-A492-B2DFC9B31481}" type="datetime1">
              <a:rPr lang="de-DE" smtClean="0"/>
              <a:t>17.07.2026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B5FD6C-3C2C-CBD1-F82D-2DDF0AEBA07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8DB3190-0383-892D-AA9B-7AA79FFF70F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69874B2-A4F4-A91E-F6EE-8EAF5CEC75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6923" y="53008"/>
            <a:ext cx="1937330" cy="1008661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587AADF4-FB14-8098-EC47-50844497F597}"/>
              </a:ext>
            </a:extLst>
          </p:cNvPr>
          <p:cNvSpPr/>
          <p:nvPr userDrawn="1"/>
        </p:nvSpPr>
        <p:spPr>
          <a:xfrm>
            <a:off x="12795903" y="1612900"/>
            <a:ext cx="926447" cy="850900"/>
          </a:xfrm>
          <a:prstGeom prst="rect">
            <a:avLst/>
          </a:prstGeom>
          <a:solidFill>
            <a:srgbClr val="FFA7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de-DE" sz="1050">
                <a:solidFill>
                  <a:schemeClr val="bg1"/>
                </a:solidFill>
              </a:rPr>
              <a:t>#FF9D0D</a:t>
            </a:r>
          </a:p>
        </p:txBody>
      </p:sp>
    </p:spTree>
    <p:extLst>
      <p:ext uri="{BB962C8B-B14F-4D97-AF65-F5344CB8AC3E}">
        <p14:creationId xmlns:p14="http://schemas.microsoft.com/office/powerpoint/2010/main" val="912545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H1/H2/H3 + Logo + Fußzeil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119" y="297875"/>
            <a:ext cx="9995815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  <a:br>
              <a:rPr lang="de-DE"/>
            </a:br>
            <a:r>
              <a:rPr lang="de-DE"/>
              <a:t>Headline2</a:t>
            </a:r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EDAAD0CE-8278-8E0F-007E-D476C3EC8D3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2587" y="2109986"/>
            <a:ext cx="11435188" cy="4380569"/>
          </a:xfrm>
        </p:spPr>
        <p:txBody>
          <a:bodyPr/>
          <a:lstStyle>
            <a:lvl1pPr>
              <a:spcAft>
                <a:spcPts val="1000"/>
              </a:spcAft>
              <a:defRPr sz="1600"/>
            </a:lvl1pPr>
            <a:lvl2pPr>
              <a:spcAft>
                <a:spcPts val="1000"/>
              </a:spcAft>
              <a:defRPr sz="1400"/>
            </a:lvl2pPr>
            <a:lvl3pPr>
              <a:spcAft>
                <a:spcPts val="1000"/>
              </a:spcAft>
              <a:defRPr sz="1400"/>
            </a:lvl3pPr>
            <a:lvl4pPr>
              <a:spcAft>
                <a:spcPts val="1000"/>
              </a:spcAft>
              <a:defRPr sz="1200"/>
            </a:lvl4pPr>
            <a:lvl5pPr>
              <a:spcAft>
                <a:spcPts val="1000"/>
              </a:spcAft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1">
            <a:extLst>
              <a:ext uri="{FF2B5EF4-FFF2-40B4-BE49-F238E27FC236}">
                <a16:creationId xmlns:a16="http://schemas.microsoft.com/office/drawing/2014/main" id="{067335BD-A582-CEE6-56AB-8CAB0A6AA2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3" y="1400961"/>
            <a:ext cx="11434662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18E03C0-F4DD-7EA8-3492-DF4A66CC2BB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E08145ED-9F74-44E0-83AF-3AA9F4051760}" type="datetime1">
              <a:rPr lang="de-DE" smtClean="0"/>
              <a:t>17.07.2026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848C6B6-433A-9994-C197-BD3A6356AD2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1417410-7B30-60DD-3231-5B5E9E3FBB4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DFB7595-D495-2F7C-F863-9BDF8E18DE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56923" y="53008"/>
            <a:ext cx="1937330" cy="10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46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H1/H3 + Fußzeile unten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A33F371B-6733-B6C9-E864-35EE2A80ACF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916805" y="0"/>
            <a:ext cx="3275195" cy="685800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32AB74F5-E937-C777-EE96-A0014DB2FBB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3117" y="6627239"/>
            <a:ext cx="1344083" cy="235058"/>
          </a:xfrm>
        </p:spPr>
        <p:txBody>
          <a:bodyPr/>
          <a:lstStyle/>
          <a:p>
            <a:fld id="{8A6A531C-E223-4FEE-A7EE-B909A32B4C31}" type="datetime1">
              <a:rPr lang="de-DE" smtClean="0"/>
              <a:t>17.07.2026</a:t>
            </a:fld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8BF84A28-F50E-CC1C-9AB6-13821FD076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727201" y="6627239"/>
            <a:ext cx="7051813" cy="235057"/>
          </a:xfrm>
        </p:spPr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118" y="297875"/>
            <a:ext cx="8393237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558FC05B-7AF7-E192-4A54-B378B575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6" y="1456266"/>
            <a:ext cx="8393239" cy="50339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>
              <a:spcBef>
                <a:spcPts val="0"/>
              </a:spcBef>
              <a:spcAft>
                <a:spcPts val="1000"/>
              </a:spcAft>
              <a:defRPr sz="1600"/>
            </a:lvl1pPr>
            <a:lvl2pPr marL="360000" indent="-180000">
              <a:spcBef>
                <a:spcPts val="0"/>
              </a:spcBef>
              <a:spcAft>
                <a:spcPts val="1000"/>
              </a:spcAft>
              <a:defRPr sz="1400"/>
            </a:lvl2pPr>
            <a:lvl3pPr marL="540000" indent="-180000">
              <a:spcBef>
                <a:spcPts val="0"/>
              </a:spcBef>
              <a:spcAft>
                <a:spcPts val="1000"/>
              </a:spcAft>
              <a:defRPr sz="1400"/>
            </a:lvl3pPr>
            <a:lvl4pPr marL="720000" indent="-180000">
              <a:spcBef>
                <a:spcPts val="0"/>
              </a:spcBef>
              <a:spcAft>
                <a:spcPts val="1000"/>
              </a:spcAft>
              <a:defRPr sz="1200"/>
            </a:lvl4pPr>
            <a:lvl5pPr marL="900000" indent="-180000">
              <a:spcBef>
                <a:spcPts val="0"/>
              </a:spcBef>
              <a:spcAft>
                <a:spcPts val="1000"/>
              </a:spcAft>
              <a:defRPr sz="1200"/>
            </a:lvl5pPr>
            <a:lvl6pPr marL="1080000" indent="-180000">
              <a:spcBef>
                <a:spcPts val="0"/>
              </a:spcBef>
              <a:spcAft>
                <a:spcPts val="1000"/>
              </a:spcAft>
              <a:defRPr sz="1050"/>
            </a:lvl6pPr>
            <a:lvl7pPr marL="1260000" indent="-180000">
              <a:spcBef>
                <a:spcPts val="0"/>
              </a:spcBef>
              <a:spcAft>
                <a:spcPts val="1000"/>
              </a:spcAft>
              <a:defRPr sz="1050"/>
            </a:lvl7pPr>
            <a:lvl8pPr marL="1440000" indent="-180000">
              <a:spcBef>
                <a:spcPts val="0"/>
              </a:spcBef>
              <a:spcAft>
                <a:spcPts val="1000"/>
              </a:spcAft>
              <a:defRPr sz="900"/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oliennummernplatzhalter 4">
            <a:extLst>
              <a:ext uri="{FF2B5EF4-FFF2-40B4-BE49-F238E27FC236}">
                <a16:creationId xmlns:a16="http://schemas.microsoft.com/office/drawing/2014/main" id="{CF6583BC-CBD7-DDA0-57DE-D6535CFF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7775" y="6631508"/>
            <a:ext cx="374225" cy="235057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D93C37A8-5891-D1B3-8CA6-084EDDD48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3" y="734211"/>
            <a:ext cx="8393237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</p:spTree>
    <p:extLst>
      <p:ext uri="{BB962C8B-B14F-4D97-AF65-F5344CB8AC3E}">
        <p14:creationId xmlns:p14="http://schemas.microsoft.com/office/powerpoint/2010/main" val="2690489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H1/H3 + Fußzeile unten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A33F371B-6733-B6C9-E864-35EE2A80ACF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3275195" cy="685800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32AB74F5-E937-C777-EE96-A0014DB2FBB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07871" y="6623306"/>
            <a:ext cx="1411779" cy="23505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B17518B-9A32-4838-AA91-6CB99E596C32}" type="datetime1">
              <a:rPr lang="de-DE" smtClean="0"/>
              <a:t>17.07.2026</a:t>
            </a:fld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8BF84A28-F50E-CC1C-9AB6-13821FD076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19651" y="6625449"/>
            <a:ext cx="6998124" cy="235057"/>
          </a:xfrm>
        </p:spPr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7876" y="297875"/>
            <a:ext cx="8409899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558FC05B-7AF7-E192-4A54-B378B575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7874" y="1478843"/>
            <a:ext cx="8409901" cy="50196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>
              <a:spcBef>
                <a:spcPts val="0"/>
              </a:spcBef>
              <a:spcAft>
                <a:spcPts val="1000"/>
              </a:spcAft>
              <a:defRPr sz="1600"/>
            </a:lvl1pPr>
            <a:lvl2pPr marL="360000" indent="-180000">
              <a:spcBef>
                <a:spcPts val="0"/>
              </a:spcBef>
              <a:spcAft>
                <a:spcPts val="1000"/>
              </a:spcAft>
              <a:defRPr sz="1400"/>
            </a:lvl2pPr>
            <a:lvl3pPr marL="540000" indent="-180000">
              <a:spcBef>
                <a:spcPts val="0"/>
              </a:spcBef>
              <a:spcAft>
                <a:spcPts val="1000"/>
              </a:spcAft>
              <a:defRPr sz="1400"/>
            </a:lvl3pPr>
            <a:lvl4pPr marL="720000" indent="-180000">
              <a:spcBef>
                <a:spcPts val="0"/>
              </a:spcBef>
              <a:spcAft>
                <a:spcPts val="1000"/>
              </a:spcAft>
              <a:defRPr sz="1200"/>
            </a:lvl4pPr>
            <a:lvl5pPr marL="900000" indent="-180000">
              <a:spcBef>
                <a:spcPts val="0"/>
              </a:spcBef>
              <a:spcAft>
                <a:spcPts val="1000"/>
              </a:spcAft>
              <a:defRPr sz="1200"/>
            </a:lvl5pPr>
            <a:lvl6pPr marL="1080000" indent="-180000">
              <a:spcBef>
                <a:spcPts val="0"/>
              </a:spcBef>
              <a:spcAft>
                <a:spcPts val="1000"/>
              </a:spcAft>
              <a:defRPr sz="1050"/>
            </a:lvl6pPr>
            <a:lvl7pPr marL="1260000" indent="-180000">
              <a:spcBef>
                <a:spcPts val="0"/>
              </a:spcBef>
              <a:spcAft>
                <a:spcPts val="1000"/>
              </a:spcAft>
              <a:defRPr sz="1050"/>
            </a:lvl7pPr>
            <a:lvl8pPr marL="1440000" indent="-180000">
              <a:spcBef>
                <a:spcPts val="0"/>
              </a:spcBef>
              <a:spcAft>
                <a:spcPts val="1000"/>
              </a:spcAft>
              <a:defRPr sz="900"/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oliennummernplatzhalter 4">
            <a:extLst>
              <a:ext uri="{FF2B5EF4-FFF2-40B4-BE49-F238E27FC236}">
                <a16:creationId xmlns:a16="http://schemas.microsoft.com/office/drawing/2014/main" id="{18E56161-B4A8-15E9-022F-7EA5F716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7775" y="6627211"/>
            <a:ext cx="374225" cy="235057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4B54751A-682C-468E-3FC8-72B0308D89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12063" y="734211"/>
            <a:ext cx="8409899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</p:spTree>
    <p:extLst>
      <p:ext uri="{BB962C8B-B14F-4D97-AF65-F5344CB8AC3E}">
        <p14:creationId xmlns:p14="http://schemas.microsoft.com/office/powerpoint/2010/main" val="11454921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mittig_zentriert_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285B7E-2BAB-36C5-D828-8F68990C577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844" y="1423054"/>
            <a:ext cx="8512313" cy="2222660"/>
          </a:xfrm>
        </p:spPr>
        <p:txBody>
          <a:bodyPr anchor="b"/>
          <a:lstStyle>
            <a:lvl1pPr algn="ctr">
              <a:defRPr sz="5600">
                <a:solidFill>
                  <a:schemeClr val="tx2"/>
                </a:solidFill>
              </a:defRPr>
            </a:lvl1pPr>
          </a:lstStyle>
          <a:p>
            <a:r>
              <a:rPr lang="de-DE"/>
              <a:t>Key Statement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5CB8BD7-0DE8-7A2F-385D-F0CF05F718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39844" y="4010773"/>
            <a:ext cx="8512313" cy="13555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267">
                <a:solidFill>
                  <a:schemeClr val="tx2"/>
                </a:solidFill>
              </a:defRPr>
            </a:lvl1pPr>
            <a:lvl2pPr marL="609570" indent="0" algn="ctr">
              <a:buNone/>
              <a:defRPr sz="2667"/>
            </a:lvl2pPr>
            <a:lvl3pPr marL="1219139" indent="0" algn="ctr">
              <a:buNone/>
              <a:defRPr sz="2400"/>
            </a:lvl3pPr>
            <a:lvl4pPr marL="1828709" indent="0" algn="ctr">
              <a:buNone/>
              <a:defRPr sz="2133"/>
            </a:lvl4pPr>
            <a:lvl5pPr marL="2438278" indent="0" algn="ctr">
              <a:buNone/>
              <a:defRPr sz="2133"/>
            </a:lvl5pPr>
            <a:lvl6pPr marL="3047848" indent="0" algn="ctr">
              <a:buNone/>
              <a:defRPr sz="2133"/>
            </a:lvl6pPr>
            <a:lvl7pPr marL="3657417" indent="0" algn="ctr">
              <a:buNone/>
              <a:defRPr sz="2133"/>
            </a:lvl7pPr>
            <a:lvl8pPr marL="4266987" indent="0" algn="ctr">
              <a:buNone/>
              <a:defRPr sz="2133"/>
            </a:lvl8pPr>
            <a:lvl9pPr marL="4876557" indent="0" algn="ctr">
              <a:buNone/>
              <a:defRPr sz="2133"/>
            </a:lvl9pPr>
          </a:lstStyle>
          <a:p>
            <a:r>
              <a:rPr lang="de-DE"/>
              <a:t>Key Statement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F0B65F6-D4B2-9320-B252-9E9EE9FA9D3E}"/>
              </a:ext>
            </a:extLst>
          </p:cNvPr>
          <p:cNvCxnSpPr>
            <a:cxnSpLocks/>
          </p:cNvCxnSpPr>
          <p:nvPr userDrawn="1"/>
        </p:nvCxnSpPr>
        <p:spPr>
          <a:xfrm>
            <a:off x="1508810" y="3844357"/>
            <a:ext cx="9174381" cy="1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4CCC5C3-288A-D45E-4F37-919F36165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26B73-7353-4F26-8943-85C70594A12F}" type="datetime1">
              <a:rPr lang="de-DE" smtClean="0"/>
              <a:t>17.07.2026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B33A2BD-C69B-1EE8-79DC-4C0248BB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0665A29-D22D-8D6A-8F33-3C62A841B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575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el 7">
            <a:extLst>
              <a:ext uri="{FF2B5EF4-FFF2-40B4-BE49-F238E27FC236}">
                <a16:creationId xmlns:a16="http://schemas.microsoft.com/office/drawing/2014/main" id="{24B628EC-87DB-41D3-ADAF-75C545D9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765" y="409865"/>
            <a:ext cx="10047636" cy="1101435"/>
          </a:xfrm>
          <a:prstGeom prst="rect">
            <a:avLst/>
          </a:prstGeom>
        </p:spPr>
        <p:txBody>
          <a:bodyPr lIns="0"/>
          <a:lstStyle>
            <a:lvl1pPr>
              <a:defRPr lang="de-DE" sz="3733" b="1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de-DE"/>
              <a:t>Mastertitelformat bearbeiten</a:t>
            </a:r>
            <a:br>
              <a:rPr lang="de-DE"/>
            </a:br>
            <a:r>
              <a:rPr lang="de-DE"/>
              <a:t>Mastertitelformat bearbeiten zweizeilig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986C35E-C484-4D0A-A9E4-F0212E038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8D92-6D0E-46AD-83F1-2770B81E3B15}" type="datetime1">
              <a:rPr lang="de-DE" smtClean="0"/>
              <a:t>17.07.2026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9D7D331-73D5-49A4-A073-210A560C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0693" y="113346"/>
            <a:ext cx="9138707" cy="366183"/>
          </a:xfrm>
        </p:spPr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A08BC9-D2A8-4997-B49B-E5E2AC95E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287E-2834-48EB-AEA7-ECFBAEA3E5E4}" type="slidenum">
              <a:rPr lang="de-DE" smtClean="0"/>
              <a:pPr/>
              <a:t>‹Nr.›</a:t>
            </a:fld>
            <a:r>
              <a:rPr lang="de-DE"/>
              <a:t> |</a:t>
            </a:r>
          </a:p>
        </p:txBody>
      </p:sp>
    </p:spTree>
    <p:extLst>
      <p:ext uri="{BB962C8B-B14F-4D97-AF65-F5344CB8AC3E}">
        <p14:creationId xmlns:p14="http://schemas.microsoft.com/office/powerpoint/2010/main" val="3280524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ic Folien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F33EA71-2719-CC48-E9DE-245765D8B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61585" y="1846025"/>
            <a:ext cx="5900181" cy="3071899"/>
          </a:xfrm>
          <a:prstGeom prst="rect">
            <a:avLst/>
          </a:prstGeom>
        </p:spPr>
      </p:pic>
      <p:sp>
        <p:nvSpPr>
          <p:cNvPr id="4" name="Datumsplatzhalter 2">
            <a:extLst>
              <a:ext uri="{FF2B5EF4-FFF2-40B4-BE49-F238E27FC236}">
                <a16:creationId xmlns:a16="http://schemas.microsoft.com/office/drawing/2014/main" id="{DC6C04F0-05BC-3590-23CA-30EE29161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3117" y="6634231"/>
            <a:ext cx="3132596" cy="235058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5C8BEC7C-C4FF-4832-B052-FA51BA05F503}" type="datetime1">
              <a:rPr lang="de-DE" smtClean="0"/>
              <a:t>17.07.2026</a:t>
            </a:fld>
            <a:endParaRPr lang="de-DE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2C7D3DE8-3B12-A8F9-D5FB-232646C01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15713" y="6634231"/>
            <a:ext cx="8302062" cy="235057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6" name="Foliennummernplatzhalter 4">
            <a:extLst>
              <a:ext uri="{FF2B5EF4-FFF2-40B4-BE49-F238E27FC236}">
                <a16:creationId xmlns:a16="http://schemas.microsoft.com/office/drawing/2014/main" id="{F2170230-F340-F263-0D03-EDDFFE271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17775" y="6634229"/>
            <a:ext cx="374222" cy="235057"/>
          </a:xfrm>
          <a:prstGeom prst="rect">
            <a:avLst/>
          </a:prstGeom>
        </p:spPr>
        <p:txBody>
          <a:bodyPr lIns="54000" tIns="0" rIns="0" bIns="0" anchor="ctr"/>
          <a:lstStyle>
            <a:lvl1pPr algn="l">
              <a:defRPr sz="933">
                <a:solidFill>
                  <a:schemeClr val="tx2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49500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mittig_linksbündig_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6D30B04-54BD-32B9-E036-AD6263DB7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19979" y="53008"/>
            <a:ext cx="1937330" cy="1008661"/>
          </a:xfrm>
          <a:prstGeom prst="rect">
            <a:avLst/>
          </a:prstGeom>
        </p:spPr>
      </p:pic>
      <p:sp>
        <p:nvSpPr>
          <p:cNvPr id="76" name="Textplatzhalter 80">
            <a:extLst>
              <a:ext uri="{FF2B5EF4-FFF2-40B4-BE49-F238E27FC236}">
                <a16:creationId xmlns:a16="http://schemas.microsoft.com/office/drawing/2014/main" id="{EFED5BB8-9EA0-FC84-E74F-E0E3769473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3892" y="1995296"/>
            <a:ext cx="8950109" cy="132959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kumimoji="0" lang="de-DE" sz="48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>
              <a:defRPr lang="de-DE" sz="2400" dirty="0" smtClean="0"/>
            </a:lvl2pPr>
            <a:lvl3pPr>
              <a:defRPr lang="de-DE" sz="2400" dirty="0" smtClean="0"/>
            </a:lvl3pPr>
            <a:lvl4pPr>
              <a:defRPr lang="de-DE" dirty="0" smtClean="0"/>
            </a:lvl4pPr>
            <a:lvl5pPr>
              <a:defRPr lang="de-DE" dirty="0"/>
            </a:lvl5pPr>
          </a:lstStyle>
          <a:p>
            <a:pPr marL="228594" marR="0" lvl="0" indent="-228594" defTabSz="57597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  <a:p>
            <a:pPr marL="228594" marR="0" lvl="1" indent="-228594" defTabSz="575971" fontAlgn="auto"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de-DE"/>
              <a:t>Zweite Ebene</a:t>
            </a:r>
          </a:p>
        </p:txBody>
      </p:sp>
      <p:sp>
        <p:nvSpPr>
          <p:cNvPr id="77" name="Textplatzhalter 82">
            <a:extLst>
              <a:ext uri="{FF2B5EF4-FFF2-40B4-BE49-F238E27FC236}">
                <a16:creationId xmlns:a16="http://schemas.microsoft.com/office/drawing/2014/main" id="{0766679E-D051-DD50-77BF-D027FA627D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3892" y="3487534"/>
            <a:ext cx="8950109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>
              <a:buNone/>
              <a:defRPr kumimoji="0" lang="de-DE" sz="16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</a:defRPr>
            </a:lvl1pPr>
            <a:lvl2pPr>
              <a:defRPr lang="de-DE" sz="2667" dirty="0" smtClean="0">
                <a:solidFill>
                  <a:schemeClr val="tx2"/>
                </a:solidFill>
              </a:defRPr>
            </a:lvl2pPr>
            <a:lvl3pPr>
              <a:defRPr lang="de-DE" sz="2400" dirty="0" smtClean="0">
                <a:solidFill>
                  <a:schemeClr val="tx2"/>
                </a:solidFill>
              </a:defRPr>
            </a:lvl3pPr>
            <a:lvl4pPr>
              <a:defRPr lang="de-DE" sz="2133" dirty="0" smtClean="0">
                <a:solidFill>
                  <a:schemeClr val="tx2"/>
                </a:solidFill>
              </a:defRPr>
            </a:lvl4pPr>
            <a:lvl5pPr>
              <a:defRPr lang="de-DE" sz="2133" dirty="0">
                <a:solidFill>
                  <a:schemeClr val="tx2"/>
                </a:solidFill>
              </a:defRPr>
            </a:lvl5pPr>
          </a:lstStyle>
          <a:p>
            <a:pPr marL="304784" marR="0" lvl="0" indent="-304784" defTabSz="57597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78" name="Textplatzhalter 82">
            <a:extLst>
              <a:ext uri="{FF2B5EF4-FFF2-40B4-BE49-F238E27FC236}">
                <a16:creationId xmlns:a16="http://schemas.microsoft.com/office/drawing/2014/main" id="{D846DAA9-1A2C-CCC9-6751-3DD0D28139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3892" y="3803884"/>
            <a:ext cx="8950109" cy="2405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kumimoji="0" lang="de-DE" sz="16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venir Next LT Pro Light" panose="020B0304020202020204" pitchFamily="34" charset="0"/>
              </a:defRPr>
            </a:lvl1pPr>
          </a:lstStyle>
          <a:p>
            <a:pPr marL="304784" marR="0" lvl="0" indent="-304784" defTabSz="57597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334006-7A73-9DB7-A15F-7A103C9DE18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5DA02CE-2F29-413C-8B85-D5B82DA02E64}" type="datetime1">
              <a:rPr lang="de-DE" smtClean="0"/>
              <a:t>17.07.2026</a:t>
            </a:fld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A0994DC3-1ECA-7B1E-9B18-AEFEE2E559C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7F02F4B-6ABD-3C0B-7855-271A02B1F9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74067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unten_linksbündig_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6">
            <a:extLst>
              <a:ext uri="{FF2B5EF4-FFF2-40B4-BE49-F238E27FC236}">
                <a16:creationId xmlns:a16="http://schemas.microsoft.com/office/drawing/2014/main" id="{17F1106C-DD4F-C7B5-045A-743BB329F0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7" y="5717520"/>
            <a:ext cx="11413147" cy="37848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1219139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Thema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29970973-A04B-D76A-C5DF-02834F172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231" y="3845852"/>
            <a:ext cx="11413147" cy="1768369"/>
          </a:xfrm>
        </p:spPr>
        <p:txBody>
          <a:bodyPr vert="horz" lIns="36000" tIns="45720" rIns="36000" bIns="45720" rtlCol="0" anchor="b">
            <a:noAutofit/>
          </a:bodyPr>
          <a:lstStyle>
            <a:lvl1pPr>
              <a:defRPr lang="de-DE" sz="4000"/>
            </a:lvl1pPr>
          </a:lstStyle>
          <a:p>
            <a:r>
              <a:rPr lang="de-DE" sz="4000"/>
              <a:t>Titel bearbeiten</a:t>
            </a:r>
            <a:br>
              <a:rPr lang="de-DE" sz="4000"/>
            </a:br>
            <a:r>
              <a:rPr lang="de-DE" sz="4000"/>
              <a:t>in Avenir Next LT Pro Demi, 30pt, </a:t>
            </a:r>
            <a:br>
              <a:rPr lang="de-DE" sz="4000"/>
            </a:br>
            <a:r>
              <a:rPr lang="de-DE" sz="4000"/>
              <a:t>dunkelblau, ggf. 3 zeilig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E295777-0C26-391D-B401-AF05E1B896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ACA9AA6-6795-499B-BEA1-A0B7E4CDB686}" type="datetime1">
              <a:rPr lang="de-DE" smtClean="0"/>
              <a:t>17.07.2026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1514D77-98A1-2255-3189-63CF2C75B68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152FFB0-36A0-ED6E-F832-AE9DCFA35D8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70699D4-5809-7C45-DFC5-751AB3232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19979" y="53008"/>
            <a:ext cx="1937330" cy="10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296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+ Logo + Fußzeil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22426F-3526-6379-2406-BF205EBC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50C2E-5FEE-4DAA-9E59-B29C4216406B}" type="datetime1">
              <a:rPr lang="de-DE" smtClean="0"/>
              <a:t>17.07.2026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F2E3135-BE20-1ACF-D876-69EFAC26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752C50E-6863-03AE-3214-B93CFBEB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525E036-609F-5EDD-9BD2-7E1FED2540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19979" y="53008"/>
            <a:ext cx="1937330" cy="10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581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H1/ H3 + Logo + Fußzeil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0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119" y="297875"/>
            <a:ext cx="9986163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</a:p>
        </p:txBody>
      </p:sp>
      <p:sp>
        <p:nvSpPr>
          <p:cNvPr id="17" name="Textplatzhalter 1">
            <a:extLst>
              <a:ext uri="{FF2B5EF4-FFF2-40B4-BE49-F238E27FC236}">
                <a16:creationId xmlns:a16="http://schemas.microsoft.com/office/drawing/2014/main" id="{DFFD9127-595F-4DED-868B-7B33370A79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3" y="715161"/>
            <a:ext cx="9986169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687908D-9989-8B18-AC71-76F017403FD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2587" y="1454709"/>
            <a:ext cx="11435188" cy="5035847"/>
          </a:xfrm>
        </p:spPr>
        <p:txBody>
          <a:bodyPr/>
          <a:lstStyle>
            <a:lvl1pPr>
              <a:spcAft>
                <a:spcPts val="1000"/>
              </a:spcAft>
              <a:defRPr sz="1600"/>
            </a:lvl1pPr>
            <a:lvl2pPr>
              <a:spcAft>
                <a:spcPts val="1000"/>
              </a:spcAft>
              <a:defRPr sz="1400"/>
            </a:lvl2pPr>
            <a:lvl3pPr>
              <a:spcAft>
                <a:spcPts val="1000"/>
              </a:spcAft>
              <a:defRPr sz="1400"/>
            </a:lvl3pPr>
            <a:lvl4pPr>
              <a:spcAft>
                <a:spcPts val="1000"/>
              </a:spcAft>
              <a:defRPr sz="1200"/>
            </a:lvl4pPr>
            <a:lvl5pPr>
              <a:spcAft>
                <a:spcPts val="1000"/>
              </a:spcAft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984C0B-4DAF-EBD5-2479-E25A0B975E2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1A75203-3B9E-4F3A-BD06-8657B07AC95E}" type="datetime1">
              <a:rPr lang="de-DE" smtClean="0"/>
              <a:t>17.07.2026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B5FD6C-3C2C-CBD1-F82D-2DDF0AEBA07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8DB3190-0383-892D-AA9B-7AA79FFF70F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69874B2-A4F4-A91E-F6EE-8EAF5CEC75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19979" y="53008"/>
            <a:ext cx="1937330" cy="10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501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H1/H2/H3 + Logo + Fußzeil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119" y="297875"/>
            <a:ext cx="9995815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  <a:br>
              <a:rPr lang="de-DE"/>
            </a:br>
            <a:r>
              <a:rPr lang="de-DE"/>
              <a:t>Headline2</a:t>
            </a:r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EDAAD0CE-8278-8E0F-007E-D476C3EC8D3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2587" y="2109986"/>
            <a:ext cx="11435188" cy="4380569"/>
          </a:xfrm>
        </p:spPr>
        <p:txBody>
          <a:bodyPr/>
          <a:lstStyle>
            <a:lvl1pPr>
              <a:spcAft>
                <a:spcPts val="1000"/>
              </a:spcAft>
              <a:defRPr sz="1600"/>
            </a:lvl1pPr>
            <a:lvl2pPr>
              <a:spcAft>
                <a:spcPts val="1000"/>
              </a:spcAft>
              <a:defRPr sz="1400"/>
            </a:lvl2pPr>
            <a:lvl3pPr>
              <a:spcAft>
                <a:spcPts val="1000"/>
              </a:spcAft>
              <a:defRPr sz="1400"/>
            </a:lvl3pPr>
            <a:lvl4pPr>
              <a:spcAft>
                <a:spcPts val="1000"/>
              </a:spcAft>
              <a:defRPr sz="1200"/>
            </a:lvl4pPr>
            <a:lvl5pPr>
              <a:spcAft>
                <a:spcPts val="1000"/>
              </a:spcAft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1">
            <a:extLst>
              <a:ext uri="{FF2B5EF4-FFF2-40B4-BE49-F238E27FC236}">
                <a16:creationId xmlns:a16="http://schemas.microsoft.com/office/drawing/2014/main" id="{067335BD-A582-CEE6-56AB-8CAB0A6AA2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3" y="1400961"/>
            <a:ext cx="11434662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18E03C0-F4DD-7EA8-3492-DF4A66CC2BB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C71B157-05CD-47C4-8565-E375A064F153}" type="datetime1">
              <a:rPr lang="de-DE" smtClean="0"/>
              <a:t>17.07.2026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848C6B6-433A-9994-C197-BD3A6356AD2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1417410-7B30-60DD-3231-5B5E9E3FBB4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DFB7595-D495-2F7C-F863-9BDF8E18DE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19979" y="53008"/>
            <a:ext cx="1937330" cy="10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014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H1/H3 + Fußzeile unten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A33F371B-6733-B6C9-E864-35EE2A80ACF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916805" y="0"/>
            <a:ext cx="3275195" cy="685800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32AB74F5-E937-C777-EE96-A0014DB2FBB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3117" y="6627239"/>
            <a:ext cx="1344083" cy="235058"/>
          </a:xfrm>
        </p:spPr>
        <p:txBody>
          <a:bodyPr/>
          <a:lstStyle/>
          <a:p>
            <a:fld id="{9D0A7799-2D5A-485E-933B-7670E92AF658}" type="datetime1">
              <a:rPr lang="de-DE" smtClean="0"/>
              <a:t>17.07.2026</a:t>
            </a:fld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8BF84A28-F50E-CC1C-9AB6-13821FD076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727201" y="6627239"/>
            <a:ext cx="7051813" cy="235057"/>
          </a:xfrm>
        </p:spPr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118" y="297875"/>
            <a:ext cx="8393237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558FC05B-7AF7-E192-4A54-B378B575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6" y="1456266"/>
            <a:ext cx="8393239" cy="50339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>
              <a:spcBef>
                <a:spcPts val="0"/>
              </a:spcBef>
              <a:spcAft>
                <a:spcPts val="1000"/>
              </a:spcAft>
              <a:defRPr sz="1600"/>
            </a:lvl1pPr>
            <a:lvl2pPr marL="360000" indent="-180000">
              <a:spcBef>
                <a:spcPts val="0"/>
              </a:spcBef>
              <a:spcAft>
                <a:spcPts val="1000"/>
              </a:spcAft>
              <a:defRPr sz="1400"/>
            </a:lvl2pPr>
            <a:lvl3pPr marL="540000" indent="-180000">
              <a:spcBef>
                <a:spcPts val="0"/>
              </a:spcBef>
              <a:spcAft>
                <a:spcPts val="1000"/>
              </a:spcAft>
              <a:defRPr sz="1400"/>
            </a:lvl3pPr>
            <a:lvl4pPr marL="720000" indent="-180000">
              <a:spcBef>
                <a:spcPts val="0"/>
              </a:spcBef>
              <a:spcAft>
                <a:spcPts val="1000"/>
              </a:spcAft>
              <a:defRPr sz="1200"/>
            </a:lvl4pPr>
            <a:lvl5pPr marL="900000" indent="-180000">
              <a:spcBef>
                <a:spcPts val="0"/>
              </a:spcBef>
              <a:spcAft>
                <a:spcPts val="1000"/>
              </a:spcAft>
              <a:defRPr sz="1200"/>
            </a:lvl5pPr>
            <a:lvl6pPr marL="1080000" indent="-180000">
              <a:spcBef>
                <a:spcPts val="0"/>
              </a:spcBef>
              <a:spcAft>
                <a:spcPts val="1000"/>
              </a:spcAft>
              <a:defRPr sz="1050"/>
            </a:lvl6pPr>
            <a:lvl7pPr marL="1260000" indent="-180000">
              <a:spcBef>
                <a:spcPts val="0"/>
              </a:spcBef>
              <a:spcAft>
                <a:spcPts val="1000"/>
              </a:spcAft>
              <a:defRPr sz="1050"/>
            </a:lvl7pPr>
            <a:lvl8pPr marL="1440000" indent="-180000">
              <a:spcBef>
                <a:spcPts val="0"/>
              </a:spcBef>
              <a:spcAft>
                <a:spcPts val="1000"/>
              </a:spcAft>
              <a:defRPr sz="900"/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oliennummernplatzhalter 4">
            <a:extLst>
              <a:ext uri="{FF2B5EF4-FFF2-40B4-BE49-F238E27FC236}">
                <a16:creationId xmlns:a16="http://schemas.microsoft.com/office/drawing/2014/main" id="{CF6583BC-CBD7-DDA0-57DE-D6535CFF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7775" y="6631508"/>
            <a:ext cx="374225" cy="235057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D93C37A8-5891-D1B3-8CA6-084EDDD48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3" y="734211"/>
            <a:ext cx="8393237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</p:spTree>
    <p:extLst>
      <p:ext uri="{BB962C8B-B14F-4D97-AF65-F5344CB8AC3E}">
        <p14:creationId xmlns:p14="http://schemas.microsoft.com/office/powerpoint/2010/main" val="1753718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H1/H3 + Fußzeile unten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6">
            <a:extLst>
              <a:ext uri="{FF2B5EF4-FFF2-40B4-BE49-F238E27FC236}">
                <a16:creationId xmlns:a16="http://schemas.microsoft.com/office/drawing/2014/main" id="{A33F371B-6733-B6C9-E864-35EE2A80ACF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3275195" cy="685800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32AB74F5-E937-C777-EE96-A0014DB2FBB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07871" y="6623306"/>
            <a:ext cx="1411779" cy="23505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727C04-D12C-426F-88AB-61044508A39B}" type="datetime1">
              <a:rPr lang="de-DE" smtClean="0"/>
              <a:t>17.07.2026</a:t>
            </a:fld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8BF84A28-F50E-CC1C-9AB6-13821FD076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19651" y="6625449"/>
            <a:ext cx="6998124" cy="235057"/>
          </a:xfrm>
        </p:spPr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7876" y="297875"/>
            <a:ext cx="8409899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Headline1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558FC05B-7AF7-E192-4A54-B378B575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7874" y="1478843"/>
            <a:ext cx="8409901" cy="50196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>
              <a:spcBef>
                <a:spcPts val="0"/>
              </a:spcBef>
              <a:spcAft>
                <a:spcPts val="1000"/>
              </a:spcAft>
              <a:defRPr sz="1600"/>
            </a:lvl1pPr>
            <a:lvl2pPr marL="360000" indent="-180000">
              <a:spcBef>
                <a:spcPts val="0"/>
              </a:spcBef>
              <a:spcAft>
                <a:spcPts val="1000"/>
              </a:spcAft>
              <a:defRPr sz="1400"/>
            </a:lvl2pPr>
            <a:lvl3pPr marL="540000" indent="-180000">
              <a:spcBef>
                <a:spcPts val="0"/>
              </a:spcBef>
              <a:spcAft>
                <a:spcPts val="1000"/>
              </a:spcAft>
              <a:defRPr sz="1400"/>
            </a:lvl3pPr>
            <a:lvl4pPr marL="720000" indent="-180000">
              <a:spcBef>
                <a:spcPts val="0"/>
              </a:spcBef>
              <a:spcAft>
                <a:spcPts val="1000"/>
              </a:spcAft>
              <a:defRPr sz="1200"/>
            </a:lvl4pPr>
            <a:lvl5pPr marL="900000" indent="-180000">
              <a:spcBef>
                <a:spcPts val="0"/>
              </a:spcBef>
              <a:spcAft>
                <a:spcPts val="1000"/>
              </a:spcAft>
              <a:defRPr sz="1200"/>
            </a:lvl5pPr>
            <a:lvl6pPr marL="1080000" indent="-180000">
              <a:spcBef>
                <a:spcPts val="0"/>
              </a:spcBef>
              <a:spcAft>
                <a:spcPts val="1000"/>
              </a:spcAft>
              <a:defRPr sz="1050"/>
            </a:lvl6pPr>
            <a:lvl7pPr marL="1260000" indent="-180000">
              <a:spcBef>
                <a:spcPts val="0"/>
              </a:spcBef>
              <a:spcAft>
                <a:spcPts val="1000"/>
              </a:spcAft>
              <a:defRPr sz="1050"/>
            </a:lvl7pPr>
            <a:lvl8pPr marL="1440000" indent="-180000">
              <a:spcBef>
                <a:spcPts val="0"/>
              </a:spcBef>
              <a:spcAft>
                <a:spcPts val="1000"/>
              </a:spcAft>
              <a:defRPr sz="900"/>
            </a:lvl8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Foliennummernplatzhalter 4">
            <a:extLst>
              <a:ext uri="{FF2B5EF4-FFF2-40B4-BE49-F238E27FC236}">
                <a16:creationId xmlns:a16="http://schemas.microsoft.com/office/drawing/2014/main" id="{18E56161-B4A8-15E9-022F-7EA5F716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7775" y="6627211"/>
            <a:ext cx="374225" cy="235057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platzhalter 1">
            <a:extLst>
              <a:ext uri="{FF2B5EF4-FFF2-40B4-BE49-F238E27FC236}">
                <a16:creationId xmlns:a16="http://schemas.microsoft.com/office/drawing/2014/main" id="{4B54751A-682C-468E-3FC8-72B0308D89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12063" y="734211"/>
            <a:ext cx="8409899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Headline3</a:t>
            </a:r>
          </a:p>
        </p:txBody>
      </p:sp>
    </p:spTree>
    <p:extLst>
      <p:ext uri="{BB962C8B-B14F-4D97-AF65-F5344CB8AC3E}">
        <p14:creationId xmlns:p14="http://schemas.microsoft.com/office/powerpoint/2010/main" val="37884102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_mittig_zentriert_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285B7E-2BAB-36C5-D828-8F68990C577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844" y="1423054"/>
            <a:ext cx="8512313" cy="2222660"/>
          </a:xfrm>
        </p:spPr>
        <p:txBody>
          <a:bodyPr anchor="b"/>
          <a:lstStyle>
            <a:lvl1pPr algn="ctr">
              <a:defRPr sz="5600">
                <a:solidFill>
                  <a:schemeClr val="tx2"/>
                </a:solidFill>
              </a:defRPr>
            </a:lvl1pPr>
          </a:lstStyle>
          <a:p>
            <a:r>
              <a:rPr lang="de-DE"/>
              <a:t>Key Statement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5CB8BD7-0DE8-7A2F-385D-F0CF05F718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39844" y="4010773"/>
            <a:ext cx="8512313" cy="13555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267">
                <a:solidFill>
                  <a:schemeClr val="tx2"/>
                </a:solidFill>
              </a:defRPr>
            </a:lvl1pPr>
            <a:lvl2pPr marL="609570" indent="0" algn="ctr">
              <a:buNone/>
              <a:defRPr sz="2667"/>
            </a:lvl2pPr>
            <a:lvl3pPr marL="1219139" indent="0" algn="ctr">
              <a:buNone/>
              <a:defRPr sz="2400"/>
            </a:lvl3pPr>
            <a:lvl4pPr marL="1828709" indent="0" algn="ctr">
              <a:buNone/>
              <a:defRPr sz="2133"/>
            </a:lvl4pPr>
            <a:lvl5pPr marL="2438278" indent="0" algn="ctr">
              <a:buNone/>
              <a:defRPr sz="2133"/>
            </a:lvl5pPr>
            <a:lvl6pPr marL="3047848" indent="0" algn="ctr">
              <a:buNone/>
              <a:defRPr sz="2133"/>
            </a:lvl6pPr>
            <a:lvl7pPr marL="3657417" indent="0" algn="ctr">
              <a:buNone/>
              <a:defRPr sz="2133"/>
            </a:lvl7pPr>
            <a:lvl8pPr marL="4266987" indent="0" algn="ctr">
              <a:buNone/>
              <a:defRPr sz="2133"/>
            </a:lvl8pPr>
            <a:lvl9pPr marL="4876557" indent="0" algn="ctr">
              <a:buNone/>
              <a:defRPr sz="2133"/>
            </a:lvl9pPr>
          </a:lstStyle>
          <a:p>
            <a:r>
              <a:rPr lang="de-DE"/>
              <a:t>Key Statement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F0B65F6-D4B2-9320-B252-9E9EE9FA9D3E}"/>
              </a:ext>
            </a:extLst>
          </p:cNvPr>
          <p:cNvCxnSpPr>
            <a:cxnSpLocks/>
          </p:cNvCxnSpPr>
          <p:nvPr userDrawn="1"/>
        </p:nvCxnSpPr>
        <p:spPr>
          <a:xfrm>
            <a:off x="1508810" y="3844357"/>
            <a:ext cx="9174381" cy="1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4CCC5C3-288A-D45E-4F37-919F36165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672C-860C-4F2E-8030-0209B4CCD352}" type="datetime1">
              <a:rPr lang="de-DE" smtClean="0"/>
              <a:t>17.07.2026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B33A2BD-C69B-1EE8-79DC-4C0248BB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0665A29-D22D-8D6A-8F33-3C62A841B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76600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ER - Fußzeil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774BB8A-5E8C-501C-C0E1-3B8906DE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278B33A-2ACE-4C29-A1FA-39B20F2272D8}" type="datetime1">
              <a:rPr lang="de-DE" smtClean="0"/>
              <a:t>17.07.2026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AADD57-FD0B-2519-DE1B-0BDC0ADB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D3E96-6DCD-531C-2B62-E97A5994D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98409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EER - Fußzeile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774BB8A-5E8C-501C-C0E1-3B8906DE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97975D8-AB2E-40A9-8EF1-80B7079231EC}" type="datetime1">
              <a:rPr lang="de-DE" smtClean="0"/>
              <a:t>17.07.2026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AADD57-FD0B-2519-DE1B-0BDC0ADB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D3E96-6DCD-531C-2B62-E97A5994D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25589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1/H2/H3 Leer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2C089250-43DE-12C4-B9F4-A32E42DFA8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1647" y="51788"/>
            <a:ext cx="1938795" cy="1008661"/>
          </a:xfrm>
          <a:prstGeom prst="rect">
            <a:avLst/>
          </a:prstGeom>
        </p:spPr>
      </p:pic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32AB74F5-E937-C777-EE96-A0014DB2FBB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5D31D94-069E-4760-82CF-65E5F061D072}" type="datetime1">
              <a:rPr lang="de-DE" smtClean="0"/>
              <a:t>17.07.2026</a:t>
            </a:fld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8BF84A28-F50E-CC1C-9AB6-13821FD076B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AD933DEE-67E7-9F29-B031-57E6EA8D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2" name="Titel 0">
            <a:extLst>
              <a:ext uri="{FF2B5EF4-FFF2-40B4-BE49-F238E27FC236}">
                <a16:creationId xmlns:a16="http://schemas.microsoft.com/office/drawing/2014/main" id="{05B7C670-BD51-8785-078C-A84F3A119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3118" y="297875"/>
            <a:ext cx="11434662" cy="830989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H1</a:t>
            </a:r>
          </a:p>
        </p:txBody>
      </p:sp>
      <p:sp>
        <p:nvSpPr>
          <p:cNvPr id="17" name="Textplatzhalter 1">
            <a:extLst>
              <a:ext uri="{FF2B5EF4-FFF2-40B4-BE49-F238E27FC236}">
                <a16:creationId xmlns:a16="http://schemas.microsoft.com/office/drawing/2014/main" id="{DFFD9127-595F-4DED-868B-7B33370A79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3" y="715161"/>
            <a:ext cx="11434662" cy="3222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>
              <a:buNone/>
              <a:defRPr lang="de-DE" sz="1800" dirty="0" smtClean="0">
                <a:ea typeface="+mj-ea"/>
                <a:cs typeface="+mj-cs"/>
              </a:defRPr>
            </a:lvl1pPr>
            <a:lvl2pPr>
              <a:defRPr lang="de-DE" sz="2400" dirty="0" smtClean="0">
                <a:solidFill>
                  <a:schemeClr val="tx1"/>
                </a:solidFill>
              </a:defRPr>
            </a:lvl2pPr>
            <a:lvl3pPr>
              <a:defRPr lang="de-DE" sz="2400" dirty="0" smtClean="0">
                <a:solidFill>
                  <a:schemeClr val="tx1"/>
                </a:solidFill>
              </a:defRPr>
            </a:lvl3pPr>
            <a:lvl4pPr>
              <a:defRPr lang="de-DE" sz="2400" dirty="0" smtClean="0">
                <a:solidFill>
                  <a:schemeClr val="tx1"/>
                </a:solidFill>
              </a:defRPr>
            </a:lvl4pPr>
            <a:lvl5pPr>
              <a:defRPr lang="de-DE" sz="2400" dirty="0">
                <a:solidFill>
                  <a:schemeClr val="tx1"/>
                </a:solidFill>
              </a:defRPr>
            </a:lvl5pPr>
          </a:lstStyle>
          <a:p>
            <a:pPr marL="105750" lvl="0" indent="-285750">
              <a:spcBef>
                <a:spcPct val="0"/>
              </a:spcBef>
            </a:pPr>
            <a:r>
              <a:rPr lang="de-DE"/>
              <a:t>H3</a:t>
            </a:r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187B4FC6-25E3-FC01-63A5-1D4E15293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7" y="1444978"/>
            <a:ext cx="3135938" cy="5097813"/>
          </a:xfrm>
          <a:prstGeom prst="rect">
            <a:avLst/>
          </a:prstGeom>
        </p:spPr>
        <p:txBody>
          <a:bodyPr vert="horz" lIns="36000" tIns="45720" rIns="3600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380463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A2189D19-FF5C-4EB8-9D7B-D338628332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2284" y="1539102"/>
            <a:ext cx="11609217" cy="4957233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133" b="0">
                <a:solidFill>
                  <a:schemeClr val="tx2"/>
                </a:solidFill>
              </a:defRPr>
            </a:lvl1pPr>
            <a:lvl2pPr marL="380990" indent="-262460">
              <a:buFont typeface="Arial" panose="020B0604020202020204" pitchFamily="34" charset="0"/>
              <a:buChar char="•"/>
              <a:defRPr sz="1867" b="0">
                <a:solidFill>
                  <a:schemeClr val="tx2"/>
                </a:solidFill>
              </a:defRPr>
            </a:lvl2pPr>
            <a:lvl3pPr marL="715415" indent="-239178">
              <a:defRPr sz="1600" b="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7" name="Titel 7">
            <a:extLst>
              <a:ext uri="{FF2B5EF4-FFF2-40B4-BE49-F238E27FC236}">
                <a16:creationId xmlns:a16="http://schemas.microsoft.com/office/drawing/2014/main" id="{5E956C49-47D0-4166-AAA1-CC8FE814D8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1765" y="409865"/>
            <a:ext cx="10047636" cy="1101435"/>
          </a:xfrm>
          <a:prstGeom prst="rect">
            <a:avLst/>
          </a:prstGeom>
        </p:spPr>
        <p:txBody>
          <a:bodyPr lIns="0"/>
          <a:lstStyle>
            <a:lvl1pPr>
              <a:defRPr lang="de-DE" sz="3733" b="1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Bef>
                <a:spcPts val="133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de-DE"/>
              <a:t>Mastertitelformat bearbeiten</a:t>
            </a:r>
            <a:br>
              <a:rPr lang="de-DE"/>
            </a:br>
            <a:r>
              <a:rPr lang="de-DE"/>
              <a:t>Mastertitelformat bearbeiten zweizeilig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54CEC2-BBCA-41F1-8E53-1E4F6504CA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0E4A025-D6DE-4B44-9721-A75343FA734B}" type="datetime1">
              <a:rPr lang="de-DE" smtClean="0"/>
              <a:t>17.07.2026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F20B2F-E38C-4B36-910F-9113B5CB4DA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300693" y="113346"/>
            <a:ext cx="9138707" cy="366183"/>
          </a:xfrm>
        </p:spPr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767873E-8870-4CD7-B679-4AE23C7F25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A75287E-2834-48EB-AEA7-ECFBAEA3E5E4}" type="slidenum">
              <a:rPr lang="de-DE" smtClean="0"/>
              <a:pPr/>
              <a:t>‹Nr.›</a:t>
            </a:fld>
            <a:r>
              <a:rPr lang="de-DE"/>
              <a:t> |</a:t>
            </a:r>
          </a:p>
        </p:txBody>
      </p:sp>
    </p:spTree>
    <p:extLst>
      <p:ext uri="{BB962C8B-B14F-4D97-AF65-F5344CB8AC3E}">
        <p14:creationId xmlns:p14="http://schemas.microsoft.com/office/powerpoint/2010/main" val="115105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erade Verbindung 18">
            <a:extLst>
              <a:ext uri="{FF2B5EF4-FFF2-40B4-BE49-F238E27FC236}">
                <a16:creationId xmlns:a16="http://schemas.microsoft.com/office/drawing/2014/main" id="{B4DE5404-5C9F-FDA6-080C-0BB3547D327E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-356006" y="346902"/>
            <a:ext cx="288000" cy="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Gerade Verbindung 36">
            <a:extLst>
              <a:ext uri="{FF2B5EF4-FFF2-40B4-BE49-F238E27FC236}">
                <a16:creationId xmlns:a16="http://schemas.microsoft.com/office/drawing/2014/main" id="{B014601D-E956-1B4B-1A14-C215779D077E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383117" y="-335736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Gerade Verbindung 63">
            <a:extLst>
              <a:ext uri="{FF2B5EF4-FFF2-40B4-BE49-F238E27FC236}">
                <a16:creationId xmlns:a16="http://schemas.microsoft.com/office/drawing/2014/main" id="{04CF4B50-AC29-AE69-30A1-6063690A3C24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-395760" y="6537339"/>
            <a:ext cx="341689" cy="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69">
            <a:extLst>
              <a:ext uri="{FF2B5EF4-FFF2-40B4-BE49-F238E27FC236}">
                <a16:creationId xmlns:a16="http://schemas.microsoft.com/office/drawing/2014/main" id="{D34C9840-EBCB-B01D-DFD5-F8F6844A9E92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1299388" y="-324672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Gerade Verbindung 70">
            <a:extLst>
              <a:ext uri="{FF2B5EF4-FFF2-40B4-BE49-F238E27FC236}">
                <a16:creationId xmlns:a16="http://schemas.microsoft.com/office/drawing/2014/main" id="{B93BC62A-B563-DFBE-7E44-F89642DBDDEF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1817779" y="-321700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Gerade Verbindung 77">
            <a:extLst>
              <a:ext uri="{FF2B5EF4-FFF2-40B4-BE49-F238E27FC236}">
                <a16:creationId xmlns:a16="http://schemas.microsoft.com/office/drawing/2014/main" id="{841404D7-2B61-6E09-FF0D-806518BEFC4A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6336027" y="-335736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Gerade Verbindung 78">
            <a:extLst>
              <a:ext uri="{FF2B5EF4-FFF2-40B4-BE49-F238E27FC236}">
                <a16:creationId xmlns:a16="http://schemas.microsoft.com/office/drawing/2014/main" id="{6A6BEBCD-F779-4D95-9C49-076D5588D868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5856817" y="-335736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Gerade Verbindung 66">
            <a:extLst>
              <a:ext uri="{FF2B5EF4-FFF2-40B4-BE49-F238E27FC236}">
                <a16:creationId xmlns:a16="http://schemas.microsoft.com/office/drawing/2014/main" id="{6BF0E44B-A694-8368-DCF2-69C877D621E3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2231567" y="346902"/>
            <a:ext cx="276524" cy="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Gerade Verbindung 66">
            <a:extLst>
              <a:ext uri="{FF2B5EF4-FFF2-40B4-BE49-F238E27FC236}">
                <a16:creationId xmlns:a16="http://schemas.microsoft.com/office/drawing/2014/main" id="{8040975D-2754-ECB8-01D4-AD29C3F37348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2221432" y="6540638"/>
            <a:ext cx="276524" cy="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itelplatzhalter 56">
            <a:extLst>
              <a:ext uri="{FF2B5EF4-FFF2-40B4-BE49-F238E27FC236}">
                <a16:creationId xmlns:a16="http://schemas.microsoft.com/office/drawing/2014/main" id="{308CFBDF-4E8B-12EE-13A8-9BA4F44D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18" y="297875"/>
            <a:ext cx="11434662" cy="8728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  <a:br>
              <a:rPr lang="de-DE"/>
            </a:br>
            <a:r>
              <a:rPr lang="de-DE"/>
              <a:t>Zweizeilig möglich</a:t>
            </a:r>
          </a:p>
        </p:txBody>
      </p: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10ED544F-FCC4-13CF-39C2-9FD8DA743C6F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-409695" y="1449046"/>
            <a:ext cx="341689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732EED72-5947-C9DE-069C-7FBF3B7B632C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-409695" y="1170692"/>
            <a:ext cx="341689" cy="0"/>
          </a:xfrm>
          <a:prstGeom prst="line">
            <a:avLst/>
          </a:prstGeom>
          <a:noFill/>
          <a:ln w="6350" cap="flat" cmpd="sng" algn="ctr">
            <a:solidFill>
              <a:srgbClr val="809399"/>
            </a:solidFill>
            <a:prstDash val="solid"/>
            <a:miter lim="800000"/>
          </a:ln>
          <a:effectLst/>
        </p:spPr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A6BF3E53-EFF6-6F69-EC75-E499530301C2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12250627" y="1449046"/>
            <a:ext cx="341689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34B482F6-F703-B2D6-0D59-341F97090FA3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12250627" y="1170692"/>
            <a:ext cx="341689" cy="0"/>
          </a:xfrm>
          <a:prstGeom prst="line">
            <a:avLst/>
          </a:prstGeom>
          <a:noFill/>
          <a:ln w="6350" cap="flat" cmpd="sng" algn="ctr">
            <a:solidFill>
              <a:srgbClr val="809399"/>
            </a:solidFill>
            <a:prstDash val="solid"/>
            <a:miter lim="800000"/>
          </a:ln>
          <a:effectLst/>
        </p:spPr>
      </p:cxnSp>
      <p:sp>
        <p:nvSpPr>
          <p:cNvPr id="136" name="Datumsplatzhalter 2">
            <a:extLst>
              <a:ext uri="{FF2B5EF4-FFF2-40B4-BE49-F238E27FC236}">
                <a16:creationId xmlns:a16="http://schemas.microsoft.com/office/drawing/2014/main" id="{C6E358BB-44DD-9213-E2BB-51791C8E7362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383117" y="6634231"/>
            <a:ext cx="3132596" cy="235058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736EA1A7-643E-42D1-859B-996D0A27EE76}" type="datetime1">
              <a:rPr lang="de-DE" smtClean="0"/>
              <a:t>17.07.2026</a:t>
            </a:fld>
            <a:endParaRPr lang="de-DE"/>
          </a:p>
        </p:txBody>
      </p:sp>
      <p:sp>
        <p:nvSpPr>
          <p:cNvPr id="137" name="Fußzeilenplatzhalter 3">
            <a:extLst>
              <a:ext uri="{FF2B5EF4-FFF2-40B4-BE49-F238E27FC236}">
                <a16:creationId xmlns:a16="http://schemas.microsoft.com/office/drawing/2014/main" id="{19D8A979-2AAE-BE3C-6478-B6BBA0919813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3515713" y="6634231"/>
            <a:ext cx="8302062" cy="235057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138" name="Foliennummernplatzhalter 4">
            <a:extLst>
              <a:ext uri="{FF2B5EF4-FFF2-40B4-BE49-F238E27FC236}">
                <a16:creationId xmlns:a16="http://schemas.microsoft.com/office/drawing/2014/main" id="{4CD7CB2A-7BBE-CBF0-3738-FB61E2825949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817775" y="6634229"/>
            <a:ext cx="374222" cy="235057"/>
          </a:xfrm>
          <a:prstGeom prst="rect">
            <a:avLst/>
          </a:prstGeom>
        </p:spPr>
        <p:txBody>
          <a:bodyPr lIns="54000" tIns="0" rIns="0" bIns="0" anchor="ctr"/>
          <a:lstStyle>
            <a:lvl1pPr algn="l">
              <a:defRPr sz="933">
                <a:solidFill>
                  <a:schemeClr val="tx2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9" name="Textplatzhalter 2">
            <a:extLst>
              <a:ext uri="{FF2B5EF4-FFF2-40B4-BE49-F238E27FC236}">
                <a16:creationId xmlns:a16="http://schemas.microsoft.com/office/drawing/2014/main" id="{1E556118-D79E-C646-5199-C93D50193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117" y="1449046"/>
            <a:ext cx="11434660" cy="50714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>
              <a:spcAft>
                <a:spcPts val="1000"/>
              </a:spcAft>
            </a:pPr>
            <a:r>
              <a:rPr lang="de-DE"/>
              <a:t>Mastertextformat bearbeiten</a:t>
            </a:r>
          </a:p>
          <a:p>
            <a:pPr lvl="1">
              <a:spcAft>
                <a:spcPts val="1000"/>
              </a:spcAft>
            </a:pPr>
            <a:r>
              <a:rPr lang="de-DE"/>
              <a:t>Zweite Ebene</a:t>
            </a:r>
          </a:p>
          <a:p>
            <a:pPr lvl="2">
              <a:spcAft>
                <a:spcPts val="1000"/>
              </a:spcAft>
            </a:pPr>
            <a:r>
              <a:rPr lang="de-DE"/>
              <a:t>Dritte Ebene</a:t>
            </a:r>
          </a:p>
          <a:p>
            <a:pPr lvl="3">
              <a:spcAft>
                <a:spcPts val="1000"/>
              </a:spcAft>
            </a:pPr>
            <a:r>
              <a:rPr lang="de-DE"/>
              <a:t>Vierte Ebene</a:t>
            </a:r>
          </a:p>
          <a:p>
            <a:pPr lvl="4">
              <a:spcAft>
                <a:spcPts val="1000"/>
              </a:spcAft>
            </a:pPr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7E48067-526C-3481-11DC-43EBD92E9AB0}"/>
              </a:ext>
            </a:extLst>
          </p:cNvPr>
          <p:cNvGrpSpPr/>
          <p:nvPr userDrawn="1"/>
        </p:nvGrpSpPr>
        <p:grpSpPr>
          <a:xfrm>
            <a:off x="12786272" y="1"/>
            <a:ext cx="2013171" cy="5943249"/>
            <a:chOff x="9758822" y="-586291"/>
            <a:chExt cx="2139791" cy="6317061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3F870061-B06B-7A09-A30D-634202CFB51A}"/>
                </a:ext>
              </a:extLst>
            </p:cNvPr>
            <p:cNvSpPr/>
            <p:nvPr userDrawn="1"/>
          </p:nvSpPr>
          <p:spPr>
            <a:xfrm>
              <a:off x="11051071" y="2939779"/>
              <a:ext cx="831488" cy="824651"/>
            </a:xfrm>
            <a:prstGeom prst="rect">
              <a:avLst/>
            </a:prstGeom>
            <a:solidFill>
              <a:srgbClr val="FFD22A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100%</a:t>
              </a:r>
              <a:br>
                <a:rPr lang="de-DE" sz="1100" kern="0">
                  <a:solidFill>
                    <a:prstClr val="white"/>
                  </a:solidFill>
                  <a:latin typeface="+mn-lt"/>
                </a:rPr>
              </a:b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#</a:t>
              </a:r>
              <a:br>
                <a:rPr lang="de-DE" sz="1100" kern="0">
                  <a:solidFill>
                    <a:prstClr val="white"/>
                  </a:solidFill>
                  <a:latin typeface="+mn-lt"/>
                </a:rPr>
              </a:b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FFD22A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611D0891-062A-474B-9388-3670D205F862}"/>
                </a:ext>
              </a:extLst>
            </p:cNvPr>
            <p:cNvSpPr/>
            <p:nvPr userDrawn="1"/>
          </p:nvSpPr>
          <p:spPr>
            <a:xfrm>
              <a:off x="11051071" y="1172636"/>
              <a:ext cx="831488" cy="824651"/>
            </a:xfrm>
            <a:prstGeom prst="rect">
              <a:avLst/>
            </a:prstGeom>
            <a:solidFill>
              <a:srgbClr val="6E7A96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100%</a:t>
              </a:r>
              <a:br>
                <a:rPr lang="de-DE" sz="1100" kern="0">
                  <a:solidFill>
                    <a:prstClr val="white"/>
                  </a:solidFill>
                  <a:latin typeface="+mn-lt"/>
                </a:rPr>
              </a:b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#</a:t>
              </a:r>
              <a:br>
                <a:rPr lang="de-DE" sz="1100" kern="0">
                  <a:solidFill>
                    <a:prstClr val="white"/>
                  </a:solidFill>
                  <a:latin typeface="+mn-lt"/>
                </a:rPr>
              </a:b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6E7A96</a:t>
              </a: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89FD79A7-7A1A-77B8-E7BB-02A6150D6F8B}"/>
                </a:ext>
              </a:extLst>
            </p:cNvPr>
            <p:cNvSpPr/>
            <p:nvPr userDrawn="1"/>
          </p:nvSpPr>
          <p:spPr>
            <a:xfrm>
              <a:off x="9760735" y="1039221"/>
              <a:ext cx="1010471" cy="1002163"/>
            </a:xfrm>
            <a:prstGeom prst="rect">
              <a:avLst/>
            </a:prstGeom>
            <a:solidFill>
              <a:srgbClr val="F3971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#F39719</a:t>
              </a:r>
              <a:endParaRPr kumimoji="0" lang="de-DE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A9144EBD-6C71-9421-1BB7-77621B82A64C}"/>
                </a:ext>
              </a:extLst>
            </p:cNvPr>
            <p:cNvSpPr/>
            <p:nvPr userDrawn="1"/>
          </p:nvSpPr>
          <p:spPr>
            <a:xfrm>
              <a:off x="9782211" y="-91119"/>
              <a:ext cx="1010471" cy="1002163"/>
            </a:xfrm>
            <a:prstGeom prst="rect">
              <a:avLst/>
            </a:prstGeom>
            <a:solidFill>
              <a:srgbClr val="17428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#17428F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A0AD54D7-7E06-357C-8F0B-C9592548BF42}"/>
                </a:ext>
              </a:extLst>
            </p:cNvPr>
            <p:cNvSpPr/>
            <p:nvPr userDrawn="1"/>
          </p:nvSpPr>
          <p:spPr>
            <a:xfrm>
              <a:off x="9760735" y="2169563"/>
              <a:ext cx="1010471" cy="1002163"/>
            </a:xfrm>
            <a:prstGeom prst="rect">
              <a:avLst/>
            </a:prstGeom>
            <a:solidFill>
              <a:srgbClr val="80808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#808080</a:t>
              </a: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003846B7-6555-4CDB-E880-9A9805CC7199}"/>
                </a:ext>
              </a:extLst>
            </p:cNvPr>
            <p:cNvSpPr/>
            <p:nvPr userDrawn="1"/>
          </p:nvSpPr>
          <p:spPr>
            <a:xfrm>
              <a:off x="9758822" y="4039141"/>
              <a:ext cx="546921" cy="528032"/>
            </a:xfrm>
            <a:prstGeom prst="rect">
              <a:avLst/>
            </a:prstGeom>
            <a:solidFill>
              <a:srgbClr val="E5FFA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100%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E5FFA8</a:t>
              </a: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61512552-C1C2-F449-EA2E-B51346D139CA}"/>
                </a:ext>
              </a:extLst>
            </p:cNvPr>
            <p:cNvSpPr/>
            <p:nvPr userDrawn="1"/>
          </p:nvSpPr>
          <p:spPr>
            <a:xfrm>
              <a:off x="10991688" y="4031153"/>
              <a:ext cx="546921" cy="528032"/>
            </a:xfrm>
            <a:prstGeom prst="rect">
              <a:avLst/>
            </a:prstGeom>
            <a:solidFill>
              <a:srgbClr val="EC650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100%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 EC6503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72A75797-F418-6E60-7D46-45E400AF06AF}"/>
                </a:ext>
              </a:extLst>
            </p:cNvPr>
            <p:cNvSpPr/>
            <p:nvPr userDrawn="1"/>
          </p:nvSpPr>
          <p:spPr>
            <a:xfrm>
              <a:off x="9781337" y="4621957"/>
              <a:ext cx="542084" cy="528032"/>
            </a:xfrm>
            <a:prstGeom prst="rect">
              <a:avLst/>
            </a:prstGeom>
            <a:solidFill>
              <a:srgbClr val="66298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100%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662988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B4B77FB1-7090-FB5C-ABD6-238E14C6A786}"/>
                </a:ext>
              </a:extLst>
            </p:cNvPr>
            <p:cNvSpPr/>
            <p:nvPr userDrawn="1"/>
          </p:nvSpPr>
          <p:spPr>
            <a:xfrm>
              <a:off x="10991688" y="4624409"/>
              <a:ext cx="546921" cy="525576"/>
            </a:xfrm>
            <a:prstGeom prst="rect">
              <a:avLst/>
            </a:prstGeom>
            <a:solidFill>
              <a:srgbClr val="C31E5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100%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C31E51</a:t>
              </a: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E84B4B91-3072-1E1C-E89A-599C9F7CF782}"/>
                </a:ext>
              </a:extLst>
            </p:cNvPr>
            <p:cNvSpPr/>
            <p:nvPr userDrawn="1"/>
          </p:nvSpPr>
          <p:spPr>
            <a:xfrm>
              <a:off x="11067125" y="-586291"/>
              <a:ext cx="831488" cy="824652"/>
            </a:xfrm>
            <a:prstGeom prst="rect">
              <a:avLst/>
            </a:prstGeom>
            <a:solidFill>
              <a:srgbClr val="17428F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150%</a:t>
              </a:r>
              <a:br>
                <a:rPr lang="de-DE" sz="1100" kern="0">
                  <a:solidFill>
                    <a:prstClr val="white"/>
                  </a:solidFill>
                  <a:latin typeface="+mn-lt"/>
                </a:rPr>
              </a:b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# 0C2147</a:t>
              </a: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D312A326-CBFD-B772-B04F-DFE10702CBC8}"/>
                </a:ext>
              </a:extLst>
            </p:cNvPr>
            <p:cNvSpPr/>
            <p:nvPr userDrawn="1"/>
          </p:nvSpPr>
          <p:spPr>
            <a:xfrm>
              <a:off x="11056829" y="284140"/>
              <a:ext cx="825731" cy="8225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20%</a:t>
              </a:r>
              <a:br>
                <a:rPr lang="de-DE" sz="1100" kern="0">
                  <a:solidFill>
                    <a:prstClr val="white"/>
                  </a:solidFill>
                  <a:latin typeface="+mn-lt"/>
                </a:rPr>
              </a:b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# C4D6F5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917BD83C-EDB4-2F1E-1215-924DBDDECF3D}"/>
                </a:ext>
              </a:extLst>
            </p:cNvPr>
            <p:cNvSpPr/>
            <p:nvPr userDrawn="1"/>
          </p:nvSpPr>
          <p:spPr>
            <a:xfrm>
              <a:off x="11049574" y="2057271"/>
              <a:ext cx="825731" cy="8225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100" kern="0">
                  <a:solidFill>
                    <a:schemeClr val="bg1"/>
                  </a:solidFill>
                  <a:latin typeface="+mn-lt"/>
                </a:rPr>
                <a:t>40%</a:t>
              </a:r>
              <a:br>
                <a:rPr lang="de-DE" sz="1100" kern="0">
                  <a:solidFill>
                    <a:schemeClr val="bg1"/>
                  </a:solidFill>
                  <a:latin typeface="+mn-lt"/>
                </a:rPr>
              </a:br>
              <a:r>
                <a:rPr lang="de-DE" sz="1100" kern="0">
                  <a:solidFill>
                    <a:schemeClr val="bg1"/>
                  </a:solidFill>
                  <a:latin typeface="+mn-lt"/>
                </a:rPr>
                <a:t># F8C175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E6B3466-2F7B-B9DB-1B81-49CC03B8B8C3}"/>
                </a:ext>
              </a:extLst>
            </p:cNvPr>
            <p:cNvSpPr/>
            <p:nvPr userDrawn="1"/>
          </p:nvSpPr>
          <p:spPr>
            <a:xfrm>
              <a:off x="10376055" y="4031155"/>
              <a:ext cx="546921" cy="540504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40 %</a:t>
              </a:r>
            </a:p>
          </p:txBody>
        </p: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77D85BA0-0AAB-DF40-B169-3B03580A3662}"/>
                </a:ext>
              </a:extLst>
            </p:cNvPr>
            <p:cNvCxnSpPr>
              <a:cxnSpLocks/>
              <a:endCxn id="37" idx="0"/>
            </p:cNvCxnSpPr>
            <p:nvPr userDrawn="1"/>
          </p:nvCxnSpPr>
          <p:spPr>
            <a:xfrm>
              <a:off x="10492653" y="3171725"/>
              <a:ext cx="156864" cy="859429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2D57422C-0ED2-E4D3-8930-6BD969C1030B}"/>
                </a:ext>
              </a:extLst>
            </p:cNvPr>
            <p:cNvCxnSpPr>
              <a:endCxn id="36" idx="1"/>
            </p:cNvCxnSpPr>
            <p:nvPr userDrawn="1"/>
          </p:nvCxnSpPr>
          <p:spPr>
            <a:xfrm>
              <a:off x="10771206" y="1772125"/>
              <a:ext cx="278369" cy="696409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6BF27AE9-C50A-31FE-3E07-D352F8C001DE}"/>
                </a:ext>
              </a:extLst>
            </p:cNvPr>
            <p:cNvCxnSpPr>
              <a:endCxn id="35" idx="1"/>
            </p:cNvCxnSpPr>
            <p:nvPr userDrawn="1"/>
          </p:nvCxnSpPr>
          <p:spPr>
            <a:xfrm>
              <a:off x="10771205" y="658033"/>
              <a:ext cx="285624" cy="37371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5BAB1F73-0EF6-6370-5C61-588259D401FF}"/>
                </a:ext>
              </a:extLst>
            </p:cNvPr>
            <p:cNvCxnSpPr>
              <a:endCxn id="34" idx="1"/>
            </p:cNvCxnSpPr>
            <p:nvPr userDrawn="1"/>
          </p:nvCxnSpPr>
          <p:spPr>
            <a:xfrm flipV="1">
              <a:off x="10781943" y="-173965"/>
              <a:ext cx="285183" cy="375331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C1FA8B29-6270-BD4D-2197-F6D20340998A}"/>
                </a:ext>
              </a:extLst>
            </p:cNvPr>
            <p:cNvSpPr/>
            <p:nvPr userDrawn="1"/>
          </p:nvSpPr>
          <p:spPr>
            <a:xfrm>
              <a:off x="10388265" y="4621953"/>
              <a:ext cx="542084" cy="528032"/>
            </a:xfrm>
            <a:prstGeom prst="rect">
              <a:avLst/>
            </a:prstGeom>
            <a:solidFill>
              <a:srgbClr val="1B79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de-DE" sz="800">
                  <a:latin typeface="+mn-lt"/>
                </a:rPr>
                <a:t>100%</a:t>
              </a:r>
              <a:br>
                <a:rPr lang="de-DE" sz="800">
                  <a:latin typeface="+mn-lt"/>
                </a:rPr>
              </a:br>
              <a:r>
                <a:rPr lang="de-DE" sz="800">
                  <a:latin typeface="+mn-lt"/>
                </a:rPr>
                <a:t># 1B798F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F9802105-AC5A-5D66-015C-48E7D8EE93E8}"/>
                </a:ext>
              </a:extLst>
            </p:cNvPr>
            <p:cNvSpPr/>
            <p:nvPr userDrawn="1"/>
          </p:nvSpPr>
          <p:spPr>
            <a:xfrm>
              <a:off x="10109850" y="5212757"/>
              <a:ext cx="522306" cy="518012"/>
            </a:xfrm>
            <a:prstGeom prst="rect">
              <a:avLst/>
            </a:prstGeom>
            <a:solidFill>
              <a:srgbClr val="D53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800">
                  <a:latin typeface="+mn-lt"/>
                </a:rPr>
                <a:t>100%</a:t>
              </a:r>
              <a:br>
                <a:rPr lang="de-DE" sz="800">
                  <a:latin typeface="+mn-lt"/>
                </a:rPr>
              </a:br>
              <a:r>
                <a:rPr lang="de-DE" sz="800">
                  <a:latin typeface="+mn-lt"/>
                </a:rPr>
                <a:t># D53015</a:t>
              </a: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95DD330E-6E83-B0B6-0771-F0B8DC346443}"/>
                </a:ext>
              </a:extLst>
            </p:cNvPr>
            <p:cNvSpPr/>
            <p:nvPr userDrawn="1"/>
          </p:nvSpPr>
          <p:spPr>
            <a:xfrm>
              <a:off x="10711072" y="5212757"/>
              <a:ext cx="522306" cy="51801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150 %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#94D300</a:t>
              </a:r>
            </a:p>
          </p:txBody>
        </p:sp>
      </p:grpSp>
      <p:cxnSp>
        <p:nvCxnSpPr>
          <p:cNvPr id="8" name="Gerade Verbindung 69">
            <a:extLst>
              <a:ext uri="{FF2B5EF4-FFF2-40B4-BE49-F238E27FC236}">
                <a16:creationId xmlns:a16="http://schemas.microsoft.com/office/drawing/2014/main" id="{25AE5393-269D-1A92-F331-EBB38529AE3C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3515713" y="6905298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69">
            <a:extLst>
              <a:ext uri="{FF2B5EF4-FFF2-40B4-BE49-F238E27FC236}">
                <a16:creationId xmlns:a16="http://schemas.microsoft.com/office/drawing/2014/main" id="{A466A842-9E99-96B1-B9BF-E9B4CF59D64D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1795942" y="6905298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87E7429-8FFE-C752-4C55-DAF0C3584BF0}"/>
              </a:ext>
            </a:extLst>
          </p:cNvPr>
          <p:cNvCxnSpPr/>
          <p:nvPr userDrawn="1"/>
        </p:nvCxnSpPr>
        <p:spPr bwMode="gray">
          <a:xfrm flipH="1">
            <a:off x="-395760" y="6617503"/>
            <a:ext cx="341689" cy="0"/>
          </a:xfrm>
          <a:prstGeom prst="line">
            <a:avLst/>
          </a:prstGeom>
          <a:noFill/>
          <a:ln w="6350" cap="flat" cmpd="sng" algn="ctr">
            <a:solidFill>
              <a:srgbClr val="809399"/>
            </a:solidFill>
            <a:prstDash val="solid"/>
            <a:miter lim="800000"/>
          </a:ln>
          <a:effectLst/>
        </p:spPr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E622632-5029-902D-E2DC-7CB2FD2D1F8D}"/>
              </a:ext>
            </a:extLst>
          </p:cNvPr>
          <p:cNvCxnSpPr/>
          <p:nvPr userDrawn="1"/>
        </p:nvCxnSpPr>
        <p:spPr bwMode="gray">
          <a:xfrm flipH="1">
            <a:off x="12233740" y="6617503"/>
            <a:ext cx="341689" cy="0"/>
          </a:xfrm>
          <a:prstGeom prst="line">
            <a:avLst/>
          </a:prstGeom>
          <a:noFill/>
          <a:ln w="6350" cap="flat" cmpd="sng" algn="ctr">
            <a:solidFill>
              <a:srgbClr val="809399"/>
            </a:solidFill>
            <a:prstDash val="solid"/>
            <a:miter lim="800000"/>
          </a:ln>
          <a:effectLst/>
        </p:spPr>
      </p:cxnSp>
      <p:cxnSp>
        <p:nvCxnSpPr>
          <p:cNvPr id="18" name="Gerade Verbindung 69">
            <a:extLst>
              <a:ext uri="{FF2B5EF4-FFF2-40B4-BE49-F238E27FC236}">
                <a16:creationId xmlns:a16="http://schemas.microsoft.com/office/drawing/2014/main" id="{B5BE8542-1A55-974B-C7FC-75B51974F963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393630" y="6905298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99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9" r:id="rId10"/>
    <p:sldLayoutId id="2147484149" r:id="rId11"/>
  </p:sldLayoutIdLst>
  <p:hf sldNum="0"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180000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32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48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008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188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050" kern="1200">
          <a:solidFill>
            <a:schemeClr val="tx2"/>
          </a:solidFill>
          <a:latin typeface="+mn-lt"/>
          <a:ea typeface="+mn-ea"/>
          <a:cs typeface="+mn-cs"/>
        </a:defRPr>
      </a:lvl6pPr>
      <a:lvl7pPr marL="1332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050" kern="1200">
          <a:solidFill>
            <a:schemeClr val="tx2"/>
          </a:solidFill>
          <a:latin typeface="+mn-lt"/>
          <a:ea typeface="+mn-ea"/>
          <a:cs typeface="+mn-cs"/>
        </a:defRPr>
      </a:lvl7pPr>
      <a:lvl8pPr marL="1476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erade Verbindung 18">
            <a:extLst>
              <a:ext uri="{FF2B5EF4-FFF2-40B4-BE49-F238E27FC236}">
                <a16:creationId xmlns:a16="http://schemas.microsoft.com/office/drawing/2014/main" id="{B4DE5404-5C9F-FDA6-080C-0BB3547D327E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-356006" y="346902"/>
            <a:ext cx="288000" cy="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Gerade Verbindung 36">
            <a:extLst>
              <a:ext uri="{FF2B5EF4-FFF2-40B4-BE49-F238E27FC236}">
                <a16:creationId xmlns:a16="http://schemas.microsoft.com/office/drawing/2014/main" id="{B014601D-E956-1B4B-1A14-C215779D077E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383117" y="-335736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Gerade Verbindung 63">
            <a:extLst>
              <a:ext uri="{FF2B5EF4-FFF2-40B4-BE49-F238E27FC236}">
                <a16:creationId xmlns:a16="http://schemas.microsoft.com/office/drawing/2014/main" id="{04CF4B50-AC29-AE69-30A1-6063690A3C24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-395760" y="6537339"/>
            <a:ext cx="341689" cy="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69">
            <a:extLst>
              <a:ext uri="{FF2B5EF4-FFF2-40B4-BE49-F238E27FC236}">
                <a16:creationId xmlns:a16="http://schemas.microsoft.com/office/drawing/2014/main" id="{D34C9840-EBCB-B01D-DFD5-F8F6844A9E92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1299388" y="-324672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Gerade Verbindung 70">
            <a:extLst>
              <a:ext uri="{FF2B5EF4-FFF2-40B4-BE49-F238E27FC236}">
                <a16:creationId xmlns:a16="http://schemas.microsoft.com/office/drawing/2014/main" id="{B93BC62A-B563-DFBE-7E44-F89642DBDDEF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1817779" y="-321700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Gerade Verbindung 77">
            <a:extLst>
              <a:ext uri="{FF2B5EF4-FFF2-40B4-BE49-F238E27FC236}">
                <a16:creationId xmlns:a16="http://schemas.microsoft.com/office/drawing/2014/main" id="{841404D7-2B61-6E09-FF0D-806518BEFC4A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6336027" y="-335736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Gerade Verbindung 78">
            <a:extLst>
              <a:ext uri="{FF2B5EF4-FFF2-40B4-BE49-F238E27FC236}">
                <a16:creationId xmlns:a16="http://schemas.microsoft.com/office/drawing/2014/main" id="{6A6BEBCD-F779-4D95-9C49-076D5588D868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5856817" y="-335736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Gerade Verbindung 66">
            <a:extLst>
              <a:ext uri="{FF2B5EF4-FFF2-40B4-BE49-F238E27FC236}">
                <a16:creationId xmlns:a16="http://schemas.microsoft.com/office/drawing/2014/main" id="{6BF0E44B-A694-8368-DCF2-69C877D621E3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2231567" y="346902"/>
            <a:ext cx="276524" cy="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Gerade Verbindung 66">
            <a:extLst>
              <a:ext uri="{FF2B5EF4-FFF2-40B4-BE49-F238E27FC236}">
                <a16:creationId xmlns:a16="http://schemas.microsoft.com/office/drawing/2014/main" id="{8040975D-2754-ECB8-01D4-AD29C3F37348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2221432" y="6540638"/>
            <a:ext cx="276524" cy="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itelplatzhalter 56">
            <a:extLst>
              <a:ext uri="{FF2B5EF4-FFF2-40B4-BE49-F238E27FC236}">
                <a16:creationId xmlns:a16="http://schemas.microsoft.com/office/drawing/2014/main" id="{308CFBDF-4E8B-12EE-13A8-9BA4F44D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18" y="297875"/>
            <a:ext cx="11434662" cy="8728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  <a:br>
              <a:rPr lang="de-DE"/>
            </a:br>
            <a:r>
              <a:rPr lang="de-DE"/>
              <a:t>Zweizeilig möglich</a:t>
            </a:r>
          </a:p>
        </p:txBody>
      </p: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10ED544F-FCC4-13CF-39C2-9FD8DA743C6F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-409695" y="1449046"/>
            <a:ext cx="341689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732EED72-5947-C9DE-069C-7FBF3B7B632C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-409695" y="1170692"/>
            <a:ext cx="341689" cy="0"/>
          </a:xfrm>
          <a:prstGeom prst="line">
            <a:avLst/>
          </a:prstGeom>
          <a:noFill/>
          <a:ln w="6350" cap="flat" cmpd="sng" algn="ctr">
            <a:solidFill>
              <a:srgbClr val="809399"/>
            </a:solidFill>
            <a:prstDash val="solid"/>
            <a:miter lim="800000"/>
          </a:ln>
          <a:effectLst/>
        </p:spPr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A6BF3E53-EFF6-6F69-EC75-E499530301C2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12250627" y="1449046"/>
            <a:ext cx="341689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34B482F6-F703-B2D6-0D59-341F97090FA3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12250627" y="1170692"/>
            <a:ext cx="341689" cy="0"/>
          </a:xfrm>
          <a:prstGeom prst="line">
            <a:avLst/>
          </a:prstGeom>
          <a:noFill/>
          <a:ln w="6350" cap="flat" cmpd="sng" algn="ctr">
            <a:solidFill>
              <a:srgbClr val="809399"/>
            </a:solidFill>
            <a:prstDash val="solid"/>
            <a:miter lim="800000"/>
          </a:ln>
          <a:effectLst/>
        </p:spPr>
      </p:cxnSp>
      <p:sp>
        <p:nvSpPr>
          <p:cNvPr id="136" name="Datumsplatzhalter 2">
            <a:extLst>
              <a:ext uri="{FF2B5EF4-FFF2-40B4-BE49-F238E27FC236}">
                <a16:creationId xmlns:a16="http://schemas.microsoft.com/office/drawing/2014/main" id="{C6E358BB-44DD-9213-E2BB-51791C8E7362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383117" y="6634231"/>
            <a:ext cx="3132596" cy="235058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90BBB965-CCDC-49F2-B482-1CD748B2919A}" type="datetime1">
              <a:rPr lang="de-DE" smtClean="0"/>
              <a:t>17.07.2026</a:t>
            </a:fld>
            <a:endParaRPr lang="de-DE"/>
          </a:p>
        </p:txBody>
      </p:sp>
      <p:sp>
        <p:nvSpPr>
          <p:cNvPr id="137" name="Fußzeilenplatzhalter 3">
            <a:extLst>
              <a:ext uri="{FF2B5EF4-FFF2-40B4-BE49-F238E27FC236}">
                <a16:creationId xmlns:a16="http://schemas.microsoft.com/office/drawing/2014/main" id="{19D8A979-2AAE-BE3C-6478-B6BBA0919813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3515713" y="6634231"/>
            <a:ext cx="8302062" cy="235057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138" name="Foliennummernplatzhalter 4">
            <a:extLst>
              <a:ext uri="{FF2B5EF4-FFF2-40B4-BE49-F238E27FC236}">
                <a16:creationId xmlns:a16="http://schemas.microsoft.com/office/drawing/2014/main" id="{4CD7CB2A-7BBE-CBF0-3738-FB61E2825949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817775" y="6634229"/>
            <a:ext cx="374222" cy="235057"/>
          </a:xfrm>
          <a:prstGeom prst="rect">
            <a:avLst/>
          </a:prstGeom>
        </p:spPr>
        <p:txBody>
          <a:bodyPr lIns="54000" tIns="0" rIns="0" bIns="0" anchor="ctr"/>
          <a:lstStyle>
            <a:lvl1pPr algn="l">
              <a:defRPr sz="933">
                <a:solidFill>
                  <a:schemeClr val="tx2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9" name="Textplatzhalter 2">
            <a:extLst>
              <a:ext uri="{FF2B5EF4-FFF2-40B4-BE49-F238E27FC236}">
                <a16:creationId xmlns:a16="http://schemas.microsoft.com/office/drawing/2014/main" id="{1E556118-D79E-C646-5199-C93D50193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117" y="1449046"/>
            <a:ext cx="11434660" cy="50714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>
              <a:spcAft>
                <a:spcPts val="1000"/>
              </a:spcAft>
            </a:pPr>
            <a:r>
              <a:rPr lang="de-DE"/>
              <a:t>Mastertextformat bearbeiten</a:t>
            </a:r>
          </a:p>
          <a:p>
            <a:pPr lvl="1">
              <a:spcAft>
                <a:spcPts val="1000"/>
              </a:spcAft>
            </a:pPr>
            <a:r>
              <a:rPr lang="de-DE"/>
              <a:t>Zweite Ebene</a:t>
            </a:r>
          </a:p>
          <a:p>
            <a:pPr lvl="2">
              <a:spcAft>
                <a:spcPts val="1000"/>
              </a:spcAft>
            </a:pPr>
            <a:r>
              <a:rPr lang="de-DE"/>
              <a:t>Dritte Ebene</a:t>
            </a:r>
          </a:p>
          <a:p>
            <a:pPr lvl="3">
              <a:spcAft>
                <a:spcPts val="1000"/>
              </a:spcAft>
            </a:pPr>
            <a:r>
              <a:rPr lang="de-DE"/>
              <a:t>Vierte Ebene</a:t>
            </a:r>
          </a:p>
          <a:p>
            <a:pPr lvl="4">
              <a:spcAft>
                <a:spcPts val="1000"/>
              </a:spcAft>
            </a:pPr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7E48067-526C-3481-11DC-43EBD92E9AB0}"/>
              </a:ext>
            </a:extLst>
          </p:cNvPr>
          <p:cNvGrpSpPr/>
          <p:nvPr userDrawn="1"/>
        </p:nvGrpSpPr>
        <p:grpSpPr>
          <a:xfrm>
            <a:off x="12786272" y="1"/>
            <a:ext cx="2013171" cy="5943249"/>
            <a:chOff x="9758822" y="-586291"/>
            <a:chExt cx="2139791" cy="6317061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3F870061-B06B-7A09-A30D-634202CFB51A}"/>
                </a:ext>
              </a:extLst>
            </p:cNvPr>
            <p:cNvSpPr/>
            <p:nvPr userDrawn="1"/>
          </p:nvSpPr>
          <p:spPr>
            <a:xfrm>
              <a:off x="11051071" y="2939779"/>
              <a:ext cx="831488" cy="824651"/>
            </a:xfrm>
            <a:prstGeom prst="rect">
              <a:avLst/>
            </a:prstGeom>
            <a:solidFill>
              <a:srgbClr val="FFD22A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100%</a:t>
              </a:r>
              <a:br>
                <a:rPr lang="de-DE" sz="1100" kern="0">
                  <a:solidFill>
                    <a:prstClr val="white"/>
                  </a:solidFill>
                  <a:latin typeface="+mn-lt"/>
                </a:rPr>
              </a:b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#</a:t>
              </a:r>
              <a:br>
                <a:rPr lang="de-DE" sz="1100" kern="0">
                  <a:solidFill>
                    <a:prstClr val="white"/>
                  </a:solidFill>
                  <a:latin typeface="+mn-lt"/>
                </a:rPr>
              </a:b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FFD22A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611D0891-062A-474B-9388-3670D205F862}"/>
                </a:ext>
              </a:extLst>
            </p:cNvPr>
            <p:cNvSpPr/>
            <p:nvPr userDrawn="1"/>
          </p:nvSpPr>
          <p:spPr>
            <a:xfrm>
              <a:off x="11051071" y="1172636"/>
              <a:ext cx="831488" cy="824651"/>
            </a:xfrm>
            <a:prstGeom prst="rect">
              <a:avLst/>
            </a:prstGeom>
            <a:solidFill>
              <a:srgbClr val="6E7A96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100%</a:t>
              </a:r>
              <a:br>
                <a:rPr lang="de-DE" sz="1100" kern="0">
                  <a:solidFill>
                    <a:prstClr val="white"/>
                  </a:solidFill>
                  <a:latin typeface="+mn-lt"/>
                </a:rPr>
              </a:b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#</a:t>
              </a:r>
              <a:br>
                <a:rPr lang="de-DE" sz="1100" kern="0">
                  <a:solidFill>
                    <a:prstClr val="white"/>
                  </a:solidFill>
                  <a:latin typeface="+mn-lt"/>
                </a:rPr>
              </a:b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6E7A96</a:t>
              </a: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89FD79A7-7A1A-77B8-E7BB-02A6150D6F8B}"/>
                </a:ext>
              </a:extLst>
            </p:cNvPr>
            <p:cNvSpPr/>
            <p:nvPr userDrawn="1"/>
          </p:nvSpPr>
          <p:spPr>
            <a:xfrm>
              <a:off x="9760735" y="1039221"/>
              <a:ext cx="1010471" cy="1002163"/>
            </a:xfrm>
            <a:prstGeom prst="rect">
              <a:avLst/>
            </a:prstGeom>
            <a:solidFill>
              <a:srgbClr val="F3971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#F39719</a:t>
              </a:r>
              <a:endParaRPr kumimoji="0" lang="de-DE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A9144EBD-6C71-9421-1BB7-77621B82A64C}"/>
                </a:ext>
              </a:extLst>
            </p:cNvPr>
            <p:cNvSpPr/>
            <p:nvPr userDrawn="1"/>
          </p:nvSpPr>
          <p:spPr>
            <a:xfrm>
              <a:off x="9782211" y="-91119"/>
              <a:ext cx="1010471" cy="1002163"/>
            </a:xfrm>
            <a:prstGeom prst="rect">
              <a:avLst/>
            </a:prstGeom>
            <a:solidFill>
              <a:srgbClr val="17428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#17428F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A0AD54D7-7E06-357C-8F0B-C9592548BF42}"/>
                </a:ext>
              </a:extLst>
            </p:cNvPr>
            <p:cNvSpPr/>
            <p:nvPr userDrawn="1"/>
          </p:nvSpPr>
          <p:spPr>
            <a:xfrm>
              <a:off x="9760735" y="2169563"/>
              <a:ext cx="1010471" cy="1002163"/>
            </a:xfrm>
            <a:prstGeom prst="rect">
              <a:avLst/>
            </a:prstGeom>
            <a:solidFill>
              <a:srgbClr val="80808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#808080</a:t>
              </a: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003846B7-6555-4CDB-E880-9A9805CC7199}"/>
                </a:ext>
              </a:extLst>
            </p:cNvPr>
            <p:cNvSpPr/>
            <p:nvPr userDrawn="1"/>
          </p:nvSpPr>
          <p:spPr>
            <a:xfrm>
              <a:off x="9758822" y="4039141"/>
              <a:ext cx="546921" cy="528032"/>
            </a:xfrm>
            <a:prstGeom prst="rect">
              <a:avLst/>
            </a:prstGeom>
            <a:solidFill>
              <a:srgbClr val="E5FFA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100%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E5FFA8</a:t>
              </a: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61512552-C1C2-F449-EA2E-B51346D139CA}"/>
                </a:ext>
              </a:extLst>
            </p:cNvPr>
            <p:cNvSpPr/>
            <p:nvPr userDrawn="1"/>
          </p:nvSpPr>
          <p:spPr>
            <a:xfrm>
              <a:off x="10991688" y="4031153"/>
              <a:ext cx="546921" cy="528032"/>
            </a:xfrm>
            <a:prstGeom prst="rect">
              <a:avLst/>
            </a:prstGeom>
            <a:solidFill>
              <a:srgbClr val="EC650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100%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 EC6503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72A75797-F418-6E60-7D46-45E400AF06AF}"/>
                </a:ext>
              </a:extLst>
            </p:cNvPr>
            <p:cNvSpPr/>
            <p:nvPr userDrawn="1"/>
          </p:nvSpPr>
          <p:spPr>
            <a:xfrm>
              <a:off x="9781337" y="4621957"/>
              <a:ext cx="542084" cy="528032"/>
            </a:xfrm>
            <a:prstGeom prst="rect">
              <a:avLst/>
            </a:prstGeom>
            <a:solidFill>
              <a:srgbClr val="66298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100%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662988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B4B77FB1-7090-FB5C-ABD6-238E14C6A786}"/>
                </a:ext>
              </a:extLst>
            </p:cNvPr>
            <p:cNvSpPr/>
            <p:nvPr userDrawn="1"/>
          </p:nvSpPr>
          <p:spPr>
            <a:xfrm>
              <a:off x="10991688" y="4624409"/>
              <a:ext cx="546921" cy="525576"/>
            </a:xfrm>
            <a:prstGeom prst="rect">
              <a:avLst/>
            </a:prstGeom>
            <a:solidFill>
              <a:srgbClr val="C31E5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100%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C31E51</a:t>
              </a: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E84B4B91-3072-1E1C-E89A-599C9F7CF782}"/>
                </a:ext>
              </a:extLst>
            </p:cNvPr>
            <p:cNvSpPr/>
            <p:nvPr userDrawn="1"/>
          </p:nvSpPr>
          <p:spPr>
            <a:xfrm>
              <a:off x="11067125" y="-586291"/>
              <a:ext cx="831488" cy="824652"/>
            </a:xfrm>
            <a:prstGeom prst="rect">
              <a:avLst/>
            </a:prstGeom>
            <a:solidFill>
              <a:srgbClr val="17428F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150%</a:t>
              </a:r>
              <a:br>
                <a:rPr lang="de-DE" sz="1100" kern="0">
                  <a:solidFill>
                    <a:prstClr val="white"/>
                  </a:solidFill>
                  <a:latin typeface="+mn-lt"/>
                </a:rPr>
              </a:b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# 0C2147</a:t>
              </a: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D312A326-CBFD-B772-B04F-DFE10702CBC8}"/>
                </a:ext>
              </a:extLst>
            </p:cNvPr>
            <p:cNvSpPr/>
            <p:nvPr userDrawn="1"/>
          </p:nvSpPr>
          <p:spPr>
            <a:xfrm>
              <a:off x="11056829" y="284140"/>
              <a:ext cx="825731" cy="8225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20%</a:t>
              </a:r>
              <a:br>
                <a:rPr lang="de-DE" sz="1100" kern="0">
                  <a:solidFill>
                    <a:prstClr val="white"/>
                  </a:solidFill>
                  <a:latin typeface="+mn-lt"/>
                </a:rPr>
              </a:br>
              <a:r>
                <a:rPr lang="de-DE" sz="1100" kern="0">
                  <a:solidFill>
                    <a:prstClr val="white"/>
                  </a:solidFill>
                  <a:latin typeface="+mn-lt"/>
                </a:rPr>
                <a:t># C4D6F5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917BD83C-EDB4-2F1E-1215-924DBDDECF3D}"/>
                </a:ext>
              </a:extLst>
            </p:cNvPr>
            <p:cNvSpPr/>
            <p:nvPr userDrawn="1"/>
          </p:nvSpPr>
          <p:spPr>
            <a:xfrm>
              <a:off x="11049574" y="2057271"/>
              <a:ext cx="825731" cy="8225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100" kern="0">
                  <a:solidFill>
                    <a:schemeClr val="bg1"/>
                  </a:solidFill>
                  <a:latin typeface="+mn-lt"/>
                </a:rPr>
                <a:t>40%</a:t>
              </a:r>
              <a:br>
                <a:rPr lang="de-DE" sz="1100" kern="0">
                  <a:solidFill>
                    <a:schemeClr val="bg1"/>
                  </a:solidFill>
                  <a:latin typeface="+mn-lt"/>
                </a:rPr>
              </a:br>
              <a:r>
                <a:rPr lang="de-DE" sz="1100" kern="0">
                  <a:solidFill>
                    <a:schemeClr val="bg1"/>
                  </a:solidFill>
                  <a:latin typeface="+mn-lt"/>
                </a:rPr>
                <a:t># F8C175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E6B3466-2F7B-B9DB-1B81-49CC03B8B8C3}"/>
                </a:ext>
              </a:extLst>
            </p:cNvPr>
            <p:cNvSpPr/>
            <p:nvPr userDrawn="1"/>
          </p:nvSpPr>
          <p:spPr>
            <a:xfrm>
              <a:off x="10376055" y="4031155"/>
              <a:ext cx="546921" cy="540504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40 %</a:t>
              </a:r>
            </a:p>
          </p:txBody>
        </p: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77D85BA0-0AAB-DF40-B169-3B03580A3662}"/>
                </a:ext>
              </a:extLst>
            </p:cNvPr>
            <p:cNvCxnSpPr>
              <a:cxnSpLocks/>
              <a:endCxn id="37" idx="0"/>
            </p:cNvCxnSpPr>
            <p:nvPr userDrawn="1"/>
          </p:nvCxnSpPr>
          <p:spPr>
            <a:xfrm>
              <a:off x="10492653" y="3171725"/>
              <a:ext cx="156864" cy="859429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2D57422C-0ED2-E4D3-8930-6BD969C1030B}"/>
                </a:ext>
              </a:extLst>
            </p:cNvPr>
            <p:cNvCxnSpPr>
              <a:endCxn id="36" idx="1"/>
            </p:cNvCxnSpPr>
            <p:nvPr userDrawn="1"/>
          </p:nvCxnSpPr>
          <p:spPr>
            <a:xfrm>
              <a:off x="10771206" y="1772125"/>
              <a:ext cx="278369" cy="696409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6BF27AE9-C50A-31FE-3E07-D352F8C001DE}"/>
                </a:ext>
              </a:extLst>
            </p:cNvPr>
            <p:cNvCxnSpPr>
              <a:endCxn id="35" idx="1"/>
            </p:cNvCxnSpPr>
            <p:nvPr userDrawn="1"/>
          </p:nvCxnSpPr>
          <p:spPr>
            <a:xfrm>
              <a:off x="10771205" y="658033"/>
              <a:ext cx="285624" cy="37371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5BAB1F73-0EF6-6370-5C61-588259D401FF}"/>
                </a:ext>
              </a:extLst>
            </p:cNvPr>
            <p:cNvCxnSpPr>
              <a:endCxn id="34" idx="1"/>
            </p:cNvCxnSpPr>
            <p:nvPr userDrawn="1"/>
          </p:nvCxnSpPr>
          <p:spPr>
            <a:xfrm flipV="1">
              <a:off x="10781943" y="-173965"/>
              <a:ext cx="285183" cy="375331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C1FA8B29-6270-BD4D-2197-F6D20340998A}"/>
                </a:ext>
              </a:extLst>
            </p:cNvPr>
            <p:cNvSpPr/>
            <p:nvPr userDrawn="1"/>
          </p:nvSpPr>
          <p:spPr>
            <a:xfrm>
              <a:off x="10388265" y="4621953"/>
              <a:ext cx="542084" cy="528032"/>
            </a:xfrm>
            <a:prstGeom prst="rect">
              <a:avLst/>
            </a:prstGeom>
            <a:solidFill>
              <a:srgbClr val="1B79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de-DE" sz="800">
                  <a:latin typeface="+mn-lt"/>
                </a:rPr>
                <a:t>100%</a:t>
              </a:r>
              <a:br>
                <a:rPr lang="de-DE" sz="800">
                  <a:latin typeface="+mn-lt"/>
                </a:rPr>
              </a:br>
              <a:r>
                <a:rPr lang="de-DE" sz="800">
                  <a:latin typeface="+mn-lt"/>
                </a:rPr>
                <a:t># 1B798F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F9802105-AC5A-5D66-015C-48E7D8EE93E8}"/>
                </a:ext>
              </a:extLst>
            </p:cNvPr>
            <p:cNvSpPr/>
            <p:nvPr userDrawn="1"/>
          </p:nvSpPr>
          <p:spPr>
            <a:xfrm>
              <a:off x="10109850" y="5212757"/>
              <a:ext cx="522306" cy="518012"/>
            </a:xfrm>
            <a:prstGeom prst="rect">
              <a:avLst/>
            </a:prstGeom>
            <a:solidFill>
              <a:srgbClr val="D53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800">
                  <a:latin typeface="+mn-lt"/>
                </a:rPr>
                <a:t>100%</a:t>
              </a:r>
              <a:br>
                <a:rPr lang="de-DE" sz="800">
                  <a:latin typeface="+mn-lt"/>
                </a:rPr>
              </a:br>
              <a:r>
                <a:rPr lang="de-DE" sz="800">
                  <a:latin typeface="+mn-lt"/>
                </a:rPr>
                <a:t># D53015</a:t>
              </a:r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95DD330E-6E83-B0B6-0771-F0B8DC346443}"/>
                </a:ext>
              </a:extLst>
            </p:cNvPr>
            <p:cNvSpPr/>
            <p:nvPr userDrawn="1"/>
          </p:nvSpPr>
          <p:spPr>
            <a:xfrm>
              <a:off x="10711072" y="5212757"/>
              <a:ext cx="522306" cy="51801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150 %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#94D300</a:t>
              </a:r>
            </a:p>
          </p:txBody>
        </p:sp>
      </p:grpSp>
      <p:cxnSp>
        <p:nvCxnSpPr>
          <p:cNvPr id="8" name="Gerade Verbindung 69">
            <a:extLst>
              <a:ext uri="{FF2B5EF4-FFF2-40B4-BE49-F238E27FC236}">
                <a16:creationId xmlns:a16="http://schemas.microsoft.com/office/drawing/2014/main" id="{25AE5393-269D-1A92-F331-EBB38529AE3C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3515713" y="6905298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69">
            <a:extLst>
              <a:ext uri="{FF2B5EF4-FFF2-40B4-BE49-F238E27FC236}">
                <a16:creationId xmlns:a16="http://schemas.microsoft.com/office/drawing/2014/main" id="{A466A842-9E99-96B1-B9BF-E9B4CF59D64D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1795942" y="6905298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87E7429-8FFE-C752-4C55-DAF0C3584BF0}"/>
              </a:ext>
            </a:extLst>
          </p:cNvPr>
          <p:cNvCxnSpPr/>
          <p:nvPr userDrawn="1"/>
        </p:nvCxnSpPr>
        <p:spPr bwMode="gray">
          <a:xfrm flipH="1">
            <a:off x="-395760" y="6617503"/>
            <a:ext cx="341689" cy="0"/>
          </a:xfrm>
          <a:prstGeom prst="line">
            <a:avLst/>
          </a:prstGeom>
          <a:noFill/>
          <a:ln w="6350" cap="flat" cmpd="sng" algn="ctr">
            <a:solidFill>
              <a:srgbClr val="809399"/>
            </a:solidFill>
            <a:prstDash val="solid"/>
            <a:miter lim="800000"/>
          </a:ln>
          <a:effectLst/>
        </p:spPr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E622632-5029-902D-E2DC-7CB2FD2D1F8D}"/>
              </a:ext>
            </a:extLst>
          </p:cNvPr>
          <p:cNvCxnSpPr/>
          <p:nvPr userDrawn="1"/>
        </p:nvCxnSpPr>
        <p:spPr bwMode="gray">
          <a:xfrm flipH="1">
            <a:off x="12233740" y="6617503"/>
            <a:ext cx="341689" cy="0"/>
          </a:xfrm>
          <a:prstGeom prst="line">
            <a:avLst/>
          </a:prstGeom>
          <a:noFill/>
          <a:ln w="6350" cap="flat" cmpd="sng" algn="ctr">
            <a:solidFill>
              <a:srgbClr val="809399"/>
            </a:solidFill>
            <a:prstDash val="solid"/>
            <a:miter lim="800000"/>
          </a:ln>
          <a:effectLst/>
        </p:spPr>
      </p:cxnSp>
      <p:cxnSp>
        <p:nvCxnSpPr>
          <p:cNvPr id="18" name="Gerade Verbindung 69">
            <a:extLst>
              <a:ext uri="{FF2B5EF4-FFF2-40B4-BE49-F238E27FC236}">
                <a16:creationId xmlns:a16="http://schemas.microsoft.com/office/drawing/2014/main" id="{B5BE8542-1A55-974B-C7FC-75B51974F963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393630" y="6905298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70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8" r:id="rId1"/>
    <p:sldLayoutId id="2147484139" r:id="rId2"/>
    <p:sldLayoutId id="2147484140" r:id="rId3"/>
    <p:sldLayoutId id="2147484141" r:id="rId4"/>
    <p:sldLayoutId id="2147484142" r:id="rId5"/>
    <p:sldLayoutId id="2147484143" r:id="rId6"/>
    <p:sldLayoutId id="2147484144" r:id="rId7"/>
    <p:sldLayoutId id="2147484145" r:id="rId8"/>
    <p:sldLayoutId id="2147484146" r:id="rId9"/>
    <p:sldLayoutId id="2147484147" r:id="rId10"/>
  </p:sldLayoutIdLst>
  <p:hf sldNum="0"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180000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32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48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008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188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050" kern="1200">
          <a:solidFill>
            <a:schemeClr val="tx2"/>
          </a:solidFill>
          <a:latin typeface="+mn-lt"/>
          <a:ea typeface="+mn-ea"/>
          <a:cs typeface="+mn-cs"/>
        </a:defRPr>
      </a:lvl6pPr>
      <a:lvl7pPr marL="1332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050" kern="1200">
          <a:solidFill>
            <a:schemeClr val="tx2"/>
          </a:solidFill>
          <a:latin typeface="+mn-lt"/>
          <a:ea typeface="+mn-ea"/>
          <a:cs typeface="+mn-cs"/>
        </a:defRPr>
      </a:lvl7pPr>
      <a:lvl8pPr marL="1476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erade Verbindung 18">
            <a:extLst>
              <a:ext uri="{FF2B5EF4-FFF2-40B4-BE49-F238E27FC236}">
                <a16:creationId xmlns:a16="http://schemas.microsoft.com/office/drawing/2014/main" id="{B4DE5404-5C9F-FDA6-080C-0BB3547D327E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-356006" y="346902"/>
            <a:ext cx="288000" cy="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Gerade Verbindung 36">
            <a:extLst>
              <a:ext uri="{FF2B5EF4-FFF2-40B4-BE49-F238E27FC236}">
                <a16:creationId xmlns:a16="http://schemas.microsoft.com/office/drawing/2014/main" id="{B014601D-E956-1B4B-1A14-C215779D077E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383117" y="-335736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Gerade Verbindung 63">
            <a:extLst>
              <a:ext uri="{FF2B5EF4-FFF2-40B4-BE49-F238E27FC236}">
                <a16:creationId xmlns:a16="http://schemas.microsoft.com/office/drawing/2014/main" id="{04CF4B50-AC29-AE69-30A1-6063690A3C24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-395760" y="6537339"/>
            <a:ext cx="341689" cy="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69">
            <a:extLst>
              <a:ext uri="{FF2B5EF4-FFF2-40B4-BE49-F238E27FC236}">
                <a16:creationId xmlns:a16="http://schemas.microsoft.com/office/drawing/2014/main" id="{D34C9840-EBCB-B01D-DFD5-F8F6844A9E92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1299388" y="-324672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Gerade Verbindung 70">
            <a:extLst>
              <a:ext uri="{FF2B5EF4-FFF2-40B4-BE49-F238E27FC236}">
                <a16:creationId xmlns:a16="http://schemas.microsoft.com/office/drawing/2014/main" id="{B93BC62A-B563-DFBE-7E44-F89642DBDDEF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1817779" y="-321700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Gerade Verbindung 77">
            <a:extLst>
              <a:ext uri="{FF2B5EF4-FFF2-40B4-BE49-F238E27FC236}">
                <a16:creationId xmlns:a16="http://schemas.microsoft.com/office/drawing/2014/main" id="{841404D7-2B61-6E09-FF0D-806518BEFC4A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6336027" y="-335736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Gerade Verbindung 78">
            <a:extLst>
              <a:ext uri="{FF2B5EF4-FFF2-40B4-BE49-F238E27FC236}">
                <a16:creationId xmlns:a16="http://schemas.microsoft.com/office/drawing/2014/main" id="{6A6BEBCD-F779-4D95-9C49-076D5588D868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5856817" y="-335736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Gerade Verbindung 66">
            <a:extLst>
              <a:ext uri="{FF2B5EF4-FFF2-40B4-BE49-F238E27FC236}">
                <a16:creationId xmlns:a16="http://schemas.microsoft.com/office/drawing/2014/main" id="{6BF0E44B-A694-8368-DCF2-69C877D621E3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2231567" y="346902"/>
            <a:ext cx="276524" cy="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Gerade Verbindung 66">
            <a:extLst>
              <a:ext uri="{FF2B5EF4-FFF2-40B4-BE49-F238E27FC236}">
                <a16:creationId xmlns:a16="http://schemas.microsoft.com/office/drawing/2014/main" id="{8040975D-2754-ECB8-01D4-AD29C3F37348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2221432" y="6540638"/>
            <a:ext cx="276524" cy="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itelplatzhalter 56">
            <a:extLst>
              <a:ext uri="{FF2B5EF4-FFF2-40B4-BE49-F238E27FC236}">
                <a16:creationId xmlns:a16="http://schemas.microsoft.com/office/drawing/2014/main" id="{308CFBDF-4E8B-12EE-13A8-9BA4F44D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18" y="297875"/>
            <a:ext cx="11434662" cy="8728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  <a:br>
              <a:rPr lang="de-DE"/>
            </a:br>
            <a:r>
              <a:rPr lang="de-DE"/>
              <a:t>Zweizeilig möglich</a:t>
            </a:r>
          </a:p>
        </p:txBody>
      </p: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10ED544F-FCC4-13CF-39C2-9FD8DA743C6F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-409695" y="1449046"/>
            <a:ext cx="341689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732EED72-5947-C9DE-069C-7FBF3B7B632C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-409695" y="1170692"/>
            <a:ext cx="341689" cy="0"/>
          </a:xfrm>
          <a:prstGeom prst="line">
            <a:avLst/>
          </a:prstGeom>
          <a:noFill/>
          <a:ln w="6350" cap="flat" cmpd="sng" algn="ctr">
            <a:solidFill>
              <a:srgbClr val="809399"/>
            </a:solidFill>
            <a:prstDash val="solid"/>
            <a:miter lim="800000"/>
          </a:ln>
          <a:effectLst/>
        </p:spPr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A6BF3E53-EFF6-6F69-EC75-E499530301C2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12250627" y="1449046"/>
            <a:ext cx="341689" cy="0"/>
          </a:xfrm>
          <a:prstGeom prst="line">
            <a:avLst/>
          </a:prstGeom>
          <a:noFill/>
          <a:ln w="635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34B482F6-F703-B2D6-0D59-341F97090FA3}"/>
              </a:ext>
            </a:extLst>
          </p:cNvPr>
          <p:cNvCxnSpPr>
            <a:cxnSpLocks/>
          </p:cNvCxnSpPr>
          <p:nvPr userDrawn="1"/>
        </p:nvCxnSpPr>
        <p:spPr bwMode="gray">
          <a:xfrm flipH="1">
            <a:off x="12250627" y="1170692"/>
            <a:ext cx="341689" cy="0"/>
          </a:xfrm>
          <a:prstGeom prst="line">
            <a:avLst/>
          </a:prstGeom>
          <a:noFill/>
          <a:ln w="6350" cap="flat" cmpd="sng" algn="ctr">
            <a:solidFill>
              <a:srgbClr val="809399"/>
            </a:solidFill>
            <a:prstDash val="solid"/>
            <a:miter lim="800000"/>
          </a:ln>
          <a:effectLst/>
        </p:spPr>
      </p:cxnSp>
      <p:sp>
        <p:nvSpPr>
          <p:cNvPr id="136" name="Datumsplatzhalter 2">
            <a:extLst>
              <a:ext uri="{FF2B5EF4-FFF2-40B4-BE49-F238E27FC236}">
                <a16:creationId xmlns:a16="http://schemas.microsoft.com/office/drawing/2014/main" id="{C6E358BB-44DD-9213-E2BB-51791C8E7362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383117" y="6634231"/>
            <a:ext cx="3132596" cy="235058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33">
                <a:solidFill>
                  <a:schemeClr val="tx2"/>
                </a:solidFill>
              </a:defRPr>
            </a:lvl1pPr>
          </a:lstStyle>
          <a:p>
            <a:fld id="{4F047DDD-3DFF-46DF-88A6-80341E0F835E}" type="datetime1">
              <a:rPr lang="de-DE" smtClean="0"/>
              <a:t>17.07.2026</a:t>
            </a:fld>
            <a:endParaRPr lang="de-DE"/>
          </a:p>
        </p:txBody>
      </p:sp>
      <p:sp>
        <p:nvSpPr>
          <p:cNvPr id="137" name="Fußzeilenplatzhalter 3">
            <a:extLst>
              <a:ext uri="{FF2B5EF4-FFF2-40B4-BE49-F238E27FC236}">
                <a16:creationId xmlns:a16="http://schemas.microsoft.com/office/drawing/2014/main" id="{19D8A979-2AAE-BE3C-6478-B6BBA0919813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3515713" y="6634231"/>
            <a:ext cx="8302062" cy="235057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933">
                <a:solidFill>
                  <a:schemeClr val="tx2"/>
                </a:solidFill>
              </a:defRPr>
            </a:lvl1pPr>
          </a:lstStyle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138" name="Foliennummernplatzhalter 4">
            <a:extLst>
              <a:ext uri="{FF2B5EF4-FFF2-40B4-BE49-F238E27FC236}">
                <a16:creationId xmlns:a16="http://schemas.microsoft.com/office/drawing/2014/main" id="{4CD7CB2A-7BBE-CBF0-3738-FB61E2825949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817775" y="6634229"/>
            <a:ext cx="374222" cy="235057"/>
          </a:xfrm>
          <a:prstGeom prst="rect">
            <a:avLst/>
          </a:prstGeom>
        </p:spPr>
        <p:txBody>
          <a:bodyPr lIns="54000" tIns="0" rIns="0" bIns="0" anchor="ctr"/>
          <a:lstStyle>
            <a:lvl1pPr algn="l">
              <a:defRPr sz="933">
                <a:solidFill>
                  <a:schemeClr val="tx2"/>
                </a:solidFill>
              </a:defRPr>
            </a:lvl1pPr>
          </a:lstStyle>
          <a:p>
            <a:fld id="{F4B5F3EB-31C7-4555-828E-97141507285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9" name="Textplatzhalter 2">
            <a:extLst>
              <a:ext uri="{FF2B5EF4-FFF2-40B4-BE49-F238E27FC236}">
                <a16:creationId xmlns:a16="http://schemas.microsoft.com/office/drawing/2014/main" id="{1E556118-D79E-C646-5199-C93D50193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117" y="1449046"/>
            <a:ext cx="11434660" cy="50714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</p:txBody>
      </p:sp>
      <p:cxnSp>
        <p:nvCxnSpPr>
          <p:cNvPr id="8" name="Gerade Verbindung 69">
            <a:extLst>
              <a:ext uri="{FF2B5EF4-FFF2-40B4-BE49-F238E27FC236}">
                <a16:creationId xmlns:a16="http://schemas.microsoft.com/office/drawing/2014/main" id="{25AE5393-269D-1A92-F331-EBB38529AE3C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3515713" y="6905298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Gerade Verbindung 69">
            <a:extLst>
              <a:ext uri="{FF2B5EF4-FFF2-40B4-BE49-F238E27FC236}">
                <a16:creationId xmlns:a16="http://schemas.microsoft.com/office/drawing/2014/main" id="{A466A842-9E99-96B1-B9BF-E9B4CF59D64D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1795942" y="6905298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87E7429-8FFE-C752-4C55-DAF0C3584BF0}"/>
              </a:ext>
            </a:extLst>
          </p:cNvPr>
          <p:cNvCxnSpPr/>
          <p:nvPr userDrawn="1"/>
        </p:nvCxnSpPr>
        <p:spPr bwMode="gray">
          <a:xfrm flipH="1">
            <a:off x="-395760" y="6617503"/>
            <a:ext cx="341689" cy="0"/>
          </a:xfrm>
          <a:prstGeom prst="line">
            <a:avLst/>
          </a:prstGeom>
          <a:noFill/>
          <a:ln w="6350" cap="flat" cmpd="sng" algn="ctr">
            <a:solidFill>
              <a:srgbClr val="809399"/>
            </a:solidFill>
            <a:prstDash val="solid"/>
            <a:miter lim="800000"/>
          </a:ln>
          <a:effectLst/>
        </p:spPr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E622632-5029-902D-E2DC-7CB2FD2D1F8D}"/>
              </a:ext>
            </a:extLst>
          </p:cNvPr>
          <p:cNvCxnSpPr/>
          <p:nvPr userDrawn="1"/>
        </p:nvCxnSpPr>
        <p:spPr bwMode="gray">
          <a:xfrm flipH="1">
            <a:off x="12233740" y="6617503"/>
            <a:ext cx="341689" cy="0"/>
          </a:xfrm>
          <a:prstGeom prst="line">
            <a:avLst/>
          </a:prstGeom>
          <a:noFill/>
          <a:ln w="6350" cap="flat" cmpd="sng" algn="ctr">
            <a:solidFill>
              <a:srgbClr val="809399"/>
            </a:solidFill>
            <a:prstDash val="solid"/>
            <a:miter lim="800000"/>
          </a:ln>
          <a:effectLst/>
        </p:spPr>
      </p:cxnSp>
      <p:cxnSp>
        <p:nvCxnSpPr>
          <p:cNvPr id="18" name="Gerade Verbindung 69">
            <a:extLst>
              <a:ext uri="{FF2B5EF4-FFF2-40B4-BE49-F238E27FC236}">
                <a16:creationId xmlns:a16="http://schemas.microsoft.com/office/drawing/2014/main" id="{B5BE8542-1A55-974B-C7FC-75B51974F963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393630" y="6905298"/>
            <a:ext cx="0" cy="288000"/>
          </a:xfrm>
          <a:prstGeom prst="line">
            <a:avLst/>
          </a:prstGeom>
          <a:ln w="6350">
            <a:solidFill>
              <a:srgbClr val="003D7B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D8CBC970-4CD6-2AFF-9DF4-BE1E8F710066}"/>
              </a:ext>
            </a:extLst>
          </p:cNvPr>
          <p:cNvGrpSpPr/>
          <p:nvPr userDrawn="1"/>
        </p:nvGrpSpPr>
        <p:grpSpPr>
          <a:xfrm>
            <a:off x="12627799" y="-91438"/>
            <a:ext cx="1925408" cy="5938518"/>
            <a:chOff x="9758822" y="-586291"/>
            <a:chExt cx="2139791" cy="6317061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6E8F589E-C425-9323-F3E6-7456B3FB62CA}"/>
                </a:ext>
              </a:extLst>
            </p:cNvPr>
            <p:cNvSpPr/>
            <p:nvPr userDrawn="1"/>
          </p:nvSpPr>
          <p:spPr>
            <a:xfrm>
              <a:off x="11051071" y="2939779"/>
              <a:ext cx="831488" cy="824651"/>
            </a:xfrm>
            <a:prstGeom prst="rect">
              <a:avLst/>
            </a:prstGeom>
            <a:solidFill>
              <a:srgbClr val="FFD22A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200" kern="0">
                  <a:solidFill>
                    <a:prstClr val="white"/>
                  </a:solidFill>
                  <a:latin typeface="Calibri Light"/>
                </a:rPr>
                <a:t>100%</a:t>
              </a:r>
              <a:br>
                <a:rPr lang="de-DE" sz="1200" kern="0">
                  <a:solidFill>
                    <a:prstClr val="white"/>
                  </a:solidFill>
                  <a:latin typeface="Calibri Light"/>
                </a:rPr>
              </a:br>
              <a:r>
                <a:rPr lang="de-DE" sz="1200" kern="0">
                  <a:solidFill>
                    <a:prstClr val="white"/>
                  </a:solidFill>
                  <a:latin typeface="Calibri Light"/>
                </a:rPr>
                <a:t>#</a:t>
              </a:r>
              <a:br>
                <a:rPr lang="de-DE" sz="1200" kern="0">
                  <a:solidFill>
                    <a:prstClr val="white"/>
                  </a:solidFill>
                  <a:latin typeface="Calibri Light"/>
                </a:rPr>
              </a:br>
              <a:r>
                <a:rPr lang="de-DE" sz="1200" kern="0">
                  <a:solidFill>
                    <a:prstClr val="white"/>
                  </a:solidFill>
                  <a:latin typeface="Calibri Light"/>
                </a:rPr>
                <a:t>FFD22A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1DF4A050-D0F4-682B-C7C5-B375F6F51262}"/>
                </a:ext>
              </a:extLst>
            </p:cNvPr>
            <p:cNvSpPr/>
            <p:nvPr userDrawn="1"/>
          </p:nvSpPr>
          <p:spPr>
            <a:xfrm>
              <a:off x="11051071" y="1172636"/>
              <a:ext cx="831488" cy="824651"/>
            </a:xfrm>
            <a:prstGeom prst="rect">
              <a:avLst/>
            </a:prstGeom>
            <a:solidFill>
              <a:srgbClr val="6E7A96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200" kern="0">
                  <a:solidFill>
                    <a:prstClr val="white"/>
                  </a:solidFill>
                  <a:latin typeface="Calibri Light"/>
                </a:rPr>
                <a:t>100%</a:t>
              </a:r>
              <a:br>
                <a:rPr lang="de-DE" sz="1200" kern="0">
                  <a:solidFill>
                    <a:prstClr val="white"/>
                  </a:solidFill>
                  <a:latin typeface="Calibri Light"/>
                </a:rPr>
              </a:br>
              <a:r>
                <a:rPr lang="de-DE" sz="1200" kern="0">
                  <a:solidFill>
                    <a:prstClr val="white"/>
                  </a:solidFill>
                  <a:latin typeface="Calibri Light"/>
                </a:rPr>
                <a:t>#</a:t>
              </a:r>
              <a:br>
                <a:rPr lang="de-DE" sz="1200" kern="0">
                  <a:solidFill>
                    <a:prstClr val="white"/>
                  </a:solidFill>
                  <a:latin typeface="Calibri Light"/>
                </a:rPr>
              </a:br>
              <a:r>
                <a:rPr lang="de-DE" sz="1200" kern="0">
                  <a:solidFill>
                    <a:prstClr val="white"/>
                  </a:solidFill>
                  <a:latin typeface="Calibri Light"/>
                </a:rPr>
                <a:t>6E7A96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FACD834B-4930-5D05-A599-A3794A26A287}"/>
                </a:ext>
              </a:extLst>
            </p:cNvPr>
            <p:cNvSpPr/>
            <p:nvPr userDrawn="1"/>
          </p:nvSpPr>
          <p:spPr>
            <a:xfrm>
              <a:off x="9760735" y="1039221"/>
              <a:ext cx="1010471" cy="1002163"/>
            </a:xfrm>
            <a:prstGeom prst="rect">
              <a:avLst/>
            </a:prstGeom>
            <a:solidFill>
              <a:srgbClr val="F39719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#F39719</a:t>
              </a:r>
              <a:endParaRPr kumimoji="0" lang="de-DE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F7FC06C4-4DE9-8A04-0626-2C78FAF05BEA}"/>
                </a:ext>
              </a:extLst>
            </p:cNvPr>
            <p:cNvSpPr/>
            <p:nvPr userDrawn="1"/>
          </p:nvSpPr>
          <p:spPr>
            <a:xfrm>
              <a:off x="9782211" y="-91119"/>
              <a:ext cx="1010471" cy="1002163"/>
            </a:xfrm>
            <a:prstGeom prst="rect">
              <a:avLst/>
            </a:prstGeom>
            <a:solidFill>
              <a:srgbClr val="17428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#17428F</a:t>
              </a: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A4AC09A-C232-86D6-2604-2D7F0C7BA7C1}"/>
                </a:ext>
              </a:extLst>
            </p:cNvPr>
            <p:cNvSpPr/>
            <p:nvPr userDrawn="1"/>
          </p:nvSpPr>
          <p:spPr>
            <a:xfrm>
              <a:off x="9760735" y="2169563"/>
              <a:ext cx="1010471" cy="1002163"/>
            </a:xfrm>
            <a:prstGeom prst="rect">
              <a:avLst/>
            </a:prstGeom>
            <a:solidFill>
              <a:srgbClr val="80808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#808080</a:t>
              </a: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FD62BB2-654D-DFF7-3DD0-1EF15FB967EE}"/>
                </a:ext>
              </a:extLst>
            </p:cNvPr>
            <p:cNvSpPr/>
            <p:nvPr userDrawn="1"/>
          </p:nvSpPr>
          <p:spPr>
            <a:xfrm>
              <a:off x="9758822" y="4039141"/>
              <a:ext cx="546921" cy="528032"/>
            </a:xfrm>
            <a:prstGeom prst="rect">
              <a:avLst/>
            </a:prstGeom>
            <a:solidFill>
              <a:srgbClr val="E5FFA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100%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#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E5FFA8</a:t>
              </a: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301D1726-36F0-99EB-F1CE-82F795920008}"/>
                </a:ext>
              </a:extLst>
            </p:cNvPr>
            <p:cNvSpPr/>
            <p:nvPr userDrawn="1"/>
          </p:nvSpPr>
          <p:spPr>
            <a:xfrm>
              <a:off x="10991688" y="4031153"/>
              <a:ext cx="546921" cy="528032"/>
            </a:xfrm>
            <a:prstGeom prst="rect">
              <a:avLst/>
            </a:prstGeom>
            <a:solidFill>
              <a:srgbClr val="EC650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100%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# EC6503</a:t>
              </a: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D2A0C990-514B-2256-D361-190D9D5A89C3}"/>
                </a:ext>
              </a:extLst>
            </p:cNvPr>
            <p:cNvSpPr/>
            <p:nvPr userDrawn="1"/>
          </p:nvSpPr>
          <p:spPr>
            <a:xfrm>
              <a:off x="9781337" y="4621957"/>
              <a:ext cx="542084" cy="528032"/>
            </a:xfrm>
            <a:prstGeom prst="rect">
              <a:avLst/>
            </a:prstGeom>
            <a:solidFill>
              <a:srgbClr val="66298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100%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#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662988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798A7B34-9B2E-EC28-993E-DFE19FE11AE5}"/>
                </a:ext>
              </a:extLst>
            </p:cNvPr>
            <p:cNvSpPr/>
            <p:nvPr userDrawn="1"/>
          </p:nvSpPr>
          <p:spPr>
            <a:xfrm>
              <a:off x="10991688" y="4624409"/>
              <a:ext cx="546921" cy="525576"/>
            </a:xfrm>
            <a:prstGeom prst="rect">
              <a:avLst/>
            </a:prstGeom>
            <a:solidFill>
              <a:srgbClr val="C31E5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100%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#</a:t>
              </a:r>
              <a:b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</a:b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C31E51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74411BA1-6E91-661F-4861-F357095918A4}"/>
                </a:ext>
              </a:extLst>
            </p:cNvPr>
            <p:cNvSpPr/>
            <p:nvPr userDrawn="1"/>
          </p:nvSpPr>
          <p:spPr>
            <a:xfrm>
              <a:off x="11067125" y="-586291"/>
              <a:ext cx="831488" cy="824652"/>
            </a:xfrm>
            <a:prstGeom prst="rect">
              <a:avLst/>
            </a:prstGeom>
            <a:solidFill>
              <a:srgbClr val="17428F">
                <a:lumMod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200" kern="0">
                  <a:solidFill>
                    <a:prstClr val="white"/>
                  </a:solidFill>
                  <a:latin typeface="Calibri" panose="020F0502020204030204"/>
                </a:rPr>
                <a:t>150%</a:t>
              </a:r>
              <a:br>
                <a:rPr lang="de-DE" sz="1200" kern="0">
                  <a:solidFill>
                    <a:prstClr val="white"/>
                  </a:solidFill>
                  <a:latin typeface="Calibri" panose="020F0502020204030204"/>
                </a:rPr>
              </a:br>
              <a:r>
                <a:rPr lang="de-DE" sz="1200" kern="0">
                  <a:solidFill>
                    <a:prstClr val="white"/>
                  </a:solidFill>
                  <a:latin typeface="Calibri" panose="020F0502020204030204"/>
                </a:rPr>
                <a:t>#0C2147</a:t>
              </a: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F3FD1CC1-5730-8266-B065-EF32EB859CCF}"/>
                </a:ext>
              </a:extLst>
            </p:cNvPr>
            <p:cNvSpPr/>
            <p:nvPr userDrawn="1"/>
          </p:nvSpPr>
          <p:spPr>
            <a:xfrm>
              <a:off x="11056829" y="284140"/>
              <a:ext cx="825731" cy="822525"/>
            </a:xfrm>
            <a:prstGeom prst="rect">
              <a:avLst/>
            </a:prstGeom>
            <a:solidFill>
              <a:srgbClr val="C4D6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467" kern="0">
                  <a:solidFill>
                    <a:prstClr val="white"/>
                  </a:solidFill>
                  <a:latin typeface="Calibri" panose="020F0502020204030204"/>
                </a:rPr>
                <a:t>20%</a:t>
              </a:r>
              <a:br>
                <a:rPr lang="de-DE" sz="1467" kern="0">
                  <a:solidFill>
                    <a:prstClr val="white"/>
                  </a:solidFill>
                  <a:latin typeface="Calibri" panose="020F0502020204030204"/>
                </a:rPr>
              </a:br>
              <a:r>
                <a:rPr lang="de-DE" sz="1100" kern="0">
                  <a:solidFill>
                    <a:prstClr val="white"/>
                  </a:solidFill>
                  <a:latin typeface="Calibri" panose="020F0502020204030204"/>
                </a:rPr>
                <a:t>#C4D6F5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7BB7A11F-7F2D-E7E6-7EFE-EE431268A2B3}"/>
                </a:ext>
              </a:extLst>
            </p:cNvPr>
            <p:cNvSpPr/>
            <p:nvPr userDrawn="1"/>
          </p:nvSpPr>
          <p:spPr>
            <a:xfrm>
              <a:off x="11049574" y="2057271"/>
              <a:ext cx="825731" cy="82252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de-DE" sz="1467" kern="0">
                  <a:solidFill>
                    <a:schemeClr val="bg1"/>
                  </a:solidFill>
                  <a:latin typeface="Calibri" panose="020F0502020204030204"/>
                </a:rPr>
                <a:t>40%</a:t>
              </a:r>
              <a:br>
                <a:rPr lang="de-DE" sz="1467" kern="0">
                  <a:solidFill>
                    <a:schemeClr val="bg1"/>
                  </a:solidFill>
                  <a:latin typeface="Calibri" panose="020F0502020204030204"/>
                </a:rPr>
              </a:br>
              <a:r>
                <a:rPr lang="de-DE" sz="1333" kern="0">
                  <a:solidFill>
                    <a:schemeClr val="bg1"/>
                  </a:solidFill>
                  <a:latin typeface="Calibri Light"/>
                </a:rPr>
                <a:t># F8C175</a:t>
              </a:r>
              <a:endParaRPr lang="de-DE" sz="1467" kern="0">
                <a:solidFill>
                  <a:schemeClr val="bg1"/>
                </a:solidFill>
                <a:latin typeface="Calibri" panose="020F0502020204030204"/>
              </a:endParaRP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74B07DD3-3222-2300-C0E5-AACAB00AEC1B}"/>
                </a:ext>
              </a:extLst>
            </p:cNvPr>
            <p:cNvSpPr/>
            <p:nvPr userDrawn="1"/>
          </p:nvSpPr>
          <p:spPr>
            <a:xfrm>
              <a:off x="10376055" y="4031155"/>
              <a:ext cx="546921" cy="540504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40 %</a:t>
              </a:r>
              <a:br>
                <a:rPr kumimoji="0" lang="de-DE" sz="12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</a:br>
              <a:r>
                <a:rPr kumimoji="0" lang="de-DE" sz="7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# CCCCCC</a:t>
              </a:r>
              <a:endParaRPr kumimoji="0" lang="de-DE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15F502D6-7EDF-EE32-CB60-3FF117EA1761}"/>
                </a:ext>
              </a:extLst>
            </p:cNvPr>
            <p:cNvCxnSpPr>
              <a:cxnSpLocks/>
              <a:endCxn id="21" idx="0"/>
            </p:cNvCxnSpPr>
            <p:nvPr userDrawn="1"/>
          </p:nvCxnSpPr>
          <p:spPr>
            <a:xfrm>
              <a:off x="10492653" y="3171725"/>
              <a:ext cx="156864" cy="859429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DC4B1F4A-3EFD-36A0-8106-776372C4DA1E}"/>
                </a:ext>
              </a:extLst>
            </p:cNvPr>
            <p:cNvCxnSpPr>
              <a:endCxn id="20" idx="1"/>
            </p:cNvCxnSpPr>
            <p:nvPr userDrawn="1"/>
          </p:nvCxnSpPr>
          <p:spPr>
            <a:xfrm>
              <a:off x="10771206" y="1772125"/>
              <a:ext cx="278369" cy="696409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1E2207C4-DAFB-E401-FB49-0BA473D9E47E}"/>
                </a:ext>
              </a:extLst>
            </p:cNvPr>
            <p:cNvCxnSpPr>
              <a:endCxn id="19" idx="1"/>
            </p:cNvCxnSpPr>
            <p:nvPr userDrawn="1"/>
          </p:nvCxnSpPr>
          <p:spPr>
            <a:xfrm>
              <a:off x="10771205" y="658033"/>
              <a:ext cx="285624" cy="37371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D81F8CDD-8D1D-FE71-F748-0B1D56D46256}"/>
                </a:ext>
              </a:extLst>
            </p:cNvPr>
            <p:cNvCxnSpPr>
              <a:endCxn id="17" idx="1"/>
            </p:cNvCxnSpPr>
            <p:nvPr userDrawn="1"/>
          </p:nvCxnSpPr>
          <p:spPr>
            <a:xfrm flipV="1">
              <a:off x="10781943" y="-173965"/>
              <a:ext cx="285183" cy="375331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CAD44FA1-88A9-1C79-D463-A47E2A5EBF0D}"/>
                </a:ext>
              </a:extLst>
            </p:cNvPr>
            <p:cNvSpPr/>
            <p:nvPr userDrawn="1"/>
          </p:nvSpPr>
          <p:spPr>
            <a:xfrm>
              <a:off x="10388265" y="4621953"/>
              <a:ext cx="542084" cy="528032"/>
            </a:xfrm>
            <a:prstGeom prst="rect">
              <a:avLst/>
            </a:prstGeom>
            <a:solidFill>
              <a:srgbClr val="1B798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pPr algn="ctr"/>
              <a:r>
                <a:rPr lang="de-DE" sz="800"/>
                <a:t>100%</a:t>
              </a:r>
              <a:br>
                <a:rPr lang="de-DE" sz="800"/>
              </a:br>
              <a:r>
                <a:rPr lang="de-DE" sz="800"/>
                <a:t># 1B798F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4A4557E6-D6ED-4603-305B-A436E5366798}"/>
                </a:ext>
              </a:extLst>
            </p:cNvPr>
            <p:cNvSpPr/>
            <p:nvPr userDrawn="1"/>
          </p:nvSpPr>
          <p:spPr>
            <a:xfrm>
              <a:off x="10109850" y="5212757"/>
              <a:ext cx="522306" cy="518012"/>
            </a:xfrm>
            <a:prstGeom prst="rect">
              <a:avLst/>
            </a:prstGeom>
            <a:solidFill>
              <a:srgbClr val="D530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de-DE" sz="800"/>
                <a:t>100%</a:t>
              </a:r>
              <a:br>
                <a:rPr lang="de-DE" sz="800"/>
              </a:br>
              <a:r>
                <a:rPr lang="de-DE" sz="800"/>
                <a:t># D53015</a:t>
              </a: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193E3E01-CAF3-A5EE-18CF-082A06732CC3}"/>
                </a:ext>
              </a:extLst>
            </p:cNvPr>
            <p:cNvSpPr/>
            <p:nvPr userDrawn="1"/>
          </p:nvSpPr>
          <p:spPr>
            <a:xfrm>
              <a:off x="10711072" y="5212757"/>
              <a:ext cx="522306" cy="51801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150 %</a:t>
              </a:r>
            </a:p>
            <a:p>
              <a:pPr marL="0" marR="0" lvl="0" indent="0" algn="ctr" defTabSz="121913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 Light"/>
                  <a:ea typeface="+mn-ea"/>
                  <a:cs typeface="+mn-cs"/>
                </a:rPr>
                <a:t># 94D300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867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  <p:sldLayoutId id="2147484152" r:id="rId2"/>
    <p:sldLayoutId id="2147484153" r:id="rId3"/>
    <p:sldLayoutId id="2147484154" r:id="rId4"/>
    <p:sldLayoutId id="2147484155" r:id="rId5"/>
    <p:sldLayoutId id="2147484156" r:id="rId6"/>
    <p:sldLayoutId id="2147484157" r:id="rId7"/>
    <p:sldLayoutId id="2147484158" r:id="rId8"/>
    <p:sldLayoutId id="2147484159" r:id="rId9"/>
    <p:sldLayoutId id="2147484160" r:id="rId10"/>
    <p:sldLayoutId id="2147484161" r:id="rId11"/>
    <p:sldLayoutId id="2147484162" r:id="rId12"/>
    <p:sldLayoutId id="2147484164" r:id="rId13"/>
  </p:sldLayoutIdLst>
  <p:hf sldNum="0"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594" indent="-180000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32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48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008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188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6pPr>
      <a:lvl7pPr marL="1332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7pPr>
      <a:lvl8pPr marL="1476000" indent="-180000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3F5C1-C4FC-09F6-396B-8CE506C36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computer, Kaffeetasse, Tisch, Henkelbecher enthält.&#10;&#10;KI-generierte Inhalte können fehlerhaft sein.">
            <a:extLst>
              <a:ext uri="{FF2B5EF4-FFF2-40B4-BE49-F238E27FC236}">
                <a16:creationId xmlns:a16="http://schemas.microsoft.com/office/drawing/2014/main" id="{D5EF2EF2-F0E9-56B2-0664-1E33965028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7995" y="0"/>
            <a:ext cx="5334005" cy="6858006"/>
          </a:xfrm>
          <a:prstGeom prst="rect">
            <a:avLst/>
          </a:prstGeom>
        </p:spPr>
      </p:pic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02E546C-CDEF-C7B8-0BA6-CB766803BB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3892" y="2549295"/>
            <a:ext cx="6033045" cy="775597"/>
          </a:xfrm>
        </p:spPr>
        <p:txBody>
          <a:bodyPr/>
          <a:lstStyle/>
          <a:p>
            <a:r>
              <a:rPr lang="de-DE" sz="2800" dirty="0"/>
              <a:t>Optimierung und Digitalisierung der Prozesse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27E6FC54-E40E-F62D-AFDF-CAB5E4E715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3892" y="3487534"/>
            <a:ext cx="8950109" cy="664797"/>
          </a:xfrm>
        </p:spPr>
        <p:txBody>
          <a:bodyPr/>
          <a:lstStyle/>
          <a:p>
            <a:r>
              <a:rPr lang="de-DE" sz="4800" dirty="0" err="1"/>
              <a:t>DataEngineering</a:t>
            </a:r>
            <a:endParaRPr lang="de-DE" sz="180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4AA0134-E477-2644-53D5-03AAC7DBFD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3893" y="4931733"/>
            <a:ext cx="6033044" cy="246221"/>
          </a:xfrm>
        </p:spPr>
        <p:txBody>
          <a:bodyPr/>
          <a:lstStyle/>
          <a:p>
            <a:r>
              <a:rPr lang="de-DE" dirty="0"/>
              <a:t>26.06.2026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D13E62C-59BB-3FF7-45D7-D1FC18A813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515713" y="7096285"/>
            <a:ext cx="8302062" cy="235057"/>
          </a:xfrm>
        </p:spPr>
        <p:txBody>
          <a:bodyPr/>
          <a:lstStyle/>
          <a:p>
            <a:pPr marL="0" marR="0" lvl="0" indent="0" algn="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33" b="0" i="0" u="none" strike="noStrike" kern="1200" cap="none" spc="0" normalizeH="0" baseline="0" noProof="0">
                <a:ln>
                  <a:noFill/>
                </a:ln>
                <a:solidFill>
                  <a:srgbClr val="0B2147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AIRCO-Systems GmbH - BIG PICTURE: Optimierung und Digitalisierung der Prozesse  | mosaiic GmbH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8B04805-9CE2-32DA-B74E-5214841FF530}"/>
              </a:ext>
            </a:extLst>
          </p:cNvPr>
          <p:cNvSpPr/>
          <p:nvPr/>
        </p:nvSpPr>
        <p:spPr>
          <a:xfrm>
            <a:off x="7826188" y="6237046"/>
            <a:ext cx="4365811" cy="621524"/>
          </a:xfrm>
          <a:prstGeom prst="rect">
            <a:avLst/>
          </a:prstGeom>
          <a:gradFill flip="none" rotWithShape="1">
            <a:gsLst>
              <a:gs pos="44000">
                <a:schemeClr val="bg2">
                  <a:alpha val="0"/>
                </a:schemeClr>
              </a:gs>
              <a:gs pos="70000">
                <a:schemeClr val="bg2">
                  <a:lumMod val="50000"/>
                  <a:alpha val="7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0" rIns="72000" rtlCol="0" anchor="ctr" anchorCtr="0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118A378-9686-C5A7-631F-9EA7F24ECBC7}"/>
              </a:ext>
            </a:extLst>
          </p:cNvPr>
          <p:cNvSpPr/>
          <p:nvPr/>
        </p:nvSpPr>
        <p:spPr>
          <a:xfrm rot="21204214">
            <a:off x="8565181" y="371201"/>
            <a:ext cx="4408034" cy="1847379"/>
          </a:xfrm>
          <a:prstGeom prst="roundRect">
            <a:avLst/>
          </a:prstGeom>
          <a:solidFill>
            <a:schemeClr val="accent3">
              <a:alpha val="5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0" name="Grafik 9" descr="Ein Bild, das Screenshot, Tex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9A23E2F9-63F1-828E-1AC8-E00A2B3308E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164" y="5702908"/>
            <a:ext cx="1622796" cy="844900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2E48140F-97CA-4285-A653-25907933772D}"/>
              </a:ext>
            </a:extLst>
          </p:cNvPr>
          <p:cNvGrpSpPr/>
          <p:nvPr/>
        </p:nvGrpSpPr>
        <p:grpSpPr>
          <a:xfrm>
            <a:off x="9003300" y="798594"/>
            <a:ext cx="2714206" cy="1275390"/>
            <a:chOff x="9003300" y="798594"/>
            <a:chExt cx="2714206" cy="127539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0DF1BF8-2C6D-3878-195D-A90B41D27CA1}"/>
                </a:ext>
              </a:extLst>
            </p:cNvPr>
            <p:cNvSpPr/>
            <p:nvPr/>
          </p:nvSpPr>
          <p:spPr>
            <a:xfrm rot="21202621">
              <a:off x="9003300" y="798594"/>
              <a:ext cx="2714206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Ihr Partner für</a:t>
              </a:r>
              <a:br>
                <a:rPr kumimoji="0" lang="de-DE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</a:br>
              <a:r>
                <a:rPr kumimoji="0" lang="de-DE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Digitalisierung</a:t>
              </a:r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CCF01837-038C-B492-B91B-4E2E02C61FF1}"/>
                </a:ext>
              </a:extLst>
            </p:cNvPr>
            <p:cNvSpPr/>
            <p:nvPr/>
          </p:nvSpPr>
          <p:spPr>
            <a:xfrm rot="21202621">
              <a:off x="9143541" y="1704652"/>
              <a:ext cx="251863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6095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F39719"/>
                  </a:solidFill>
                  <a:effectLst/>
                  <a:uLnTx/>
                  <a:uFillTx/>
                  <a:latin typeface="Segoe Script" panose="030B0504020000000003" pitchFamily="66" charset="0"/>
                  <a:ea typeface="+mn-ea"/>
                  <a:cs typeface="+mn-cs"/>
                </a:rPr>
                <a:t>- Für Ihren Erfolg!</a:t>
              </a:r>
            </a:p>
          </p:txBody>
        </p:sp>
      </p:grpSp>
      <p:pic>
        <p:nvPicPr>
          <p:cNvPr id="1026" name="Picture 2" descr="Innovate Hessen / Airco: Grüner Stickstoff selbst gemacht">
            <a:extLst>
              <a:ext uri="{FF2B5EF4-FFF2-40B4-BE49-F238E27FC236}">
                <a16:creationId xmlns:a16="http://schemas.microsoft.com/office/drawing/2014/main" id="{9FCDA25C-F7FE-8321-6900-430F8005B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3115" y="1783341"/>
            <a:ext cx="2323906" cy="62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DC3AE891-627B-8442-FF98-B8F72B33594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611CD4D-48EF-4160-AF09-4CEB2A2F54C3}" type="datetime1">
              <a:rPr lang="de-DE" smtClean="0"/>
              <a:t>17.07.2026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473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EF9BE-ACC7-30C8-59E1-9D35131D4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037467-5042-7293-DBE4-895999DA0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19" y="135593"/>
            <a:ext cx="9986163" cy="830989"/>
          </a:xfrm>
        </p:spPr>
        <p:txBody>
          <a:bodyPr/>
          <a:lstStyle/>
          <a:p>
            <a:r>
              <a:rPr lang="de-DE" dirty="0"/>
              <a:t>Maßnahme: </a:t>
            </a:r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Altdaten / Data Engineering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FF386C2-29BF-BF15-C999-AC1A2E6E24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t"/>
          <a:lstStyle/>
          <a:p>
            <a:r>
              <a:rPr lang="de-DE" dirty="0">
                <a:latin typeface="+mj-lt"/>
              </a:rPr>
              <a:t>Owner</a:t>
            </a:r>
            <a:r>
              <a:rPr lang="de-DE" dirty="0"/>
              <a:t>: </a:t>
            </a:r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Jens</a:t>
            </a:r>
            <a:endParaRPr lang="de-DE" dirty="0"/>
          </a:p>
          <a:p>
            <a:r>
              <a:rPr lang="de-DE" dirty="0">
                <a:latin typeface="+mj-lt"/>
              </a:rPr>
              <a:t>Team</a:t>
            </a:r>
            <a:r>
              <a:rPr lang="de-DE" dirty="0"/>
              <a:t>: </a:t>
            </a:r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mosaiic, Benjamin, Robin, Amira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239D777-9DCF-DC21-5315-5A4785D3702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3117" y="7071430"/>
            <a:ext cx="3132596" cy="235058"/>
          </a:xfrm>
          <a:noFill/>
        </p:spPr>
        <p:txBody>
          <a:bodyPr/>
          <a:lstStyle/>
          <a:p>
            <a:fld id="{742733BE-01A4-4605-B5FD-54B1E09D1FF6}" type="datetime1">
              <a:rPr lang="de-DE" smtClean="0"/>
              <a:t>17.07.2026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13E2D9-11BE-C532-3463-2EA2B3D66CB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515713" y="7071430"/>
            <a:ext cx="8302062" cy="235057"/>
          </a:xfrm>
          <a:noFill/>
        </p:spPr>
        <p:txBody>
          <a:bodyPr/>
          <a:lstStyle/>
          <a:p>
            <a:r>
              <a:rPr lang="de-DE" dirty="0"/>
              <a:t>AIRCO-Systems GmbH - BIG PICTURE: Optimierung und Digitalisierung der Prozesse  | mosaiic GmbH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E6602B7-616E-0E92-C9BC-821D09BA5A2B}"/>
              </a:ext>
            </a:extLst>
          </p:cNvPr>
          <p:cNvSpPr/>
          <p:nvPr/>
        </p:nvSpPr>
        <p:spPr>
          <a:xfrm>
            <a:off x="10462326" y="1492"/>
            <a:ext cx="1729674" cy="988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endParaRPr lang="de-DE" sz="1800" dirty="0" err="1">
              <a:solidFill>
                <a:schemeClr val="bg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89CC4C68-1B57-5A9C-3BC1-96A9ADE21910}"/>
              </a:ext>
            </a:extLst>
          </p:cNvPr>
          <p:cNvSpPr/>
          <p:nvPr/>
        </p:nvSpPr>
        <p:spPr>
          <a:xfrm>
            <a:off x="383113" y="1454710"/>
            <a:ext cx="5780797" cy="3013149"/>
          </a:xfrm>
          <a:prstGeom prst="roundRect">
            <a:avLst>
              <a:gd name="adj" fmla="val 2882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DE" sz="1800" dirty="0">
                <a:solidFill>
                  <a:schemeClr val="tx1"/>
                </a:solidFill>
                <a:latin typeface="+mj-lt"/>
              </a:rPr>
              <a:t>Beschreibung</a:t>
            </a:r>
            <a:r>
              <a:rPr lang="de-DE" sz="1800" dirty="0">
                <a:solidFill>
                  <a:schemeClr val="tx1"/>
                </a:solidFill>
              </a:rPr>
              <a:t>: 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BB16FD22-6BC7-34BA-92FF-251C2E9C231B}"/>
              </a:ext>
            </a:extLst>
          </p:cNvPr>
          <p:cNvSpPr/>
          <p:nvPr/>
        </p:nvSpPr>
        <p:spPr>
          <a:xfrm>
            <a:off x="383113" y="4559300"/>
            <a:ext cx="5780798" cy="2014888"/>
          </a:xfrm>
          <a:prstGeom prst="roundRect">
            <a:avLst>
              <a:gd name="adj" fmla="val 2882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DE" sz="1800" dirty="0">
                <a:solidFill>
                  <a:schemeClr val="tx1"/>
                </a:solidFill>
                <a:latin typeface="+mj-lt"/>
              </a:rPr>
              <a:t>Aufwand</a:t>
            </a:r>
            <a:r>
              <a:rPr lang="de-DE" sz="1800" dirty="0">
                <a:solidFill>
                  <a:schemeClr val="tx1"/>
                </a:solidFill>
              </a:rPr>
              <a:t>: </a:t>
            </a:r>
          </a:p>
          <a:p>
            <a:endParaRPr lang="de-DE" sz="1800" dirty="0">
              <a:solidFill>
                <a:schemeClr val="tx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5BD3E50-1877-5400-E368-7616D6968DF8}"/>
              </a:ext>
            </a:extLst>
          </p:cNvPr>
          <p:cNvSpPr/>
          <p:nvPr/>
        </p:nvSpPr>
        <p:spPr>
          <a:xfrm>
            <a:off x="6274602" y="4559300"/>
            <a:ext cx="5840061" cy="2014888"/>
          </a:xfrm>
          <a:prstGeom prst="roundRect">
            <a:avLst>
              <a:gd name="adj" fmla="val 2882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DE" sz="1800" dirty="0">
                <a:solidFill>
                  <a:schemeClr val="tx1"/>
                </a:solidFill>
                <a:latin typeface="+mj-lt"/>
              </a:rPr>
              <a:t>Zielsetzung / Nutzen</a:t>
            </a:r>
            <a:r>
              <a:rPr lang="de-DE" sz="1800" dirty="0">
                <a:solidFill>
                  <a:schemeClr val="tx1"/>
                </a:solidFill>
              </a:rPr>
              <a:t>: 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2E991A1-072E-E89B-6189-91E0BAC87D52}"/>
              </a:ext>
            </a:extLst>
          </p:cNvPr>
          <p:cNvSpPr/>
          <p:nvPr/>
        </p:nvSpPr>
        <p:spPr>
          <a:xfrm>
            <a:off x="7926604" y="5003881"/>
            <a:ext cx="4188060" cy="1485083"/>
          </a:xfrm>
          <a:prstGeom prst="roundRect">
            <a:avLst>
              <a:gd name="adj" fmla="val 2882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DE" sz="1800" dirty="0">
                <a:solidFill>
                  <a:schemeClr val="tx1"/>
                </a:solidFill>
              </a:rPr>
              <a:t>Kosteneinsparung: _________€/Jahr</a:t>
            </a:r>
          </a:p>
          <a:p>
            <a:endParaRPr lang="de-DE" sz="1800" dirty="0">
              <a:solidFill>
                <a:schemeClr val="tx1"/>
              </a:solidFill>
            </a:endParaRPr>
          </a:p>
          <a:p>
            <a:r>
              <a:rPr lang="de-DE" sz="1800" dirty="0">
                <a:solidFill>
                  <a:schemeClr val="tx1"/>
                </a:solidFill>
              </a:rPr>
              <a:t>Effizienzgewinn: _____%________FTE</a:t>
            </a:r>
          </a:p>
          <a:p>
            <a:endParaRPr lang="de-DE" sz="1800" dirty="0">
              <a:solidFill>
                <a:schemeClr val="tx1"/>
              </a:solidFill>
            </a:endParaRPr>
          </a:p>
          <a:p>
            <a:r>
              <a:rPr lang="de-DE" sz="1800" dirty="0">
                <a:solidFill>
                  <a:schemeClr val="tx1"/>
                </a:solidFill>
              </a:rPr>
              <a:t>Umsatz:___________€ / Jahr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C5E128A-D51E-FFCA-BE71-CEC5AEFE4A00}"/>
              </a:ext>
            </a:extLst>
          </p:cNvPr>
          <p:cNvGrpSpPr/>
          <p:nvPr/>
        </p:nvGrpSpPr>
        <p:grpSpPr>
          <a:xfrm>
            <a:off x="6372124" y="5056542"/>
            <a:ext cx="1443789" cy="322724"/>
            <a:chOff x="-5236143" y="-2589196"/>
            <a:chExt cx="1443789" cy="375385"/>
          </a:xfrm>
          <a:solidFill>
            <a:schemeClr val="bg1"/>
          </a:solidFill>
        </p:grpSpPr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444E2972-6A82-03D6-0896-41B727CA4F5E}"/>
                </a:ext>
              </a:extLst>
            </p:cNvPr>
            <p:cNvSpPr/>
            <p:nvPr/>
          </p:nvSpPr>
          <p:spPr>
            <a:xfrm>
              <a:off x="-5236143" y="-2589196"/>
              <a:ext cx="481263" cy="375385"/>
            </a:xfrm>
            <a:prstGeom prst="rect">
              <a:avLst/>
            </a:prstGeom>
            <a:grp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++</a:t>
              </a: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1D242AC7-F9F0-E8CA-A3F5-542B8FCC61E0}"/>
                </a:ext>
              </a:extLst>
            </p:cNvPr>
            <p:cNvSpPr/>
            <p:nvPr/>
          </p:nvSpPr>
          <p:spPr>
            <a:xfrm>
              <a:off x="-4754880" y="-2589196"/>
              <a:ext cx="481263" cy="375385"/>
            </a:xfrm>
            <a:prstGeom prst="rect">
              <a:avLst/>
            </a:prstGeom>
            <a:solidFill>
              <a:srgbClr val="C4D6F5"/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359BE9DD-D55C-2484-653D-89043FFBD222}"/>
                </a:ext>
              </a:extLst>
            </p:cNvPr>
            <p:cNvSpPr/>
            <p:nvPr/>
          </p:nvSpPr>
          <p:spPr>
            <a:xfrm>
              <a:off x="-4273617" y="-2589196"/>
              <a:ext cx="481263" cy="375385"/>
            </a:xfrm>
            <a:prstGeom prst="rect">
              <a:avLst/>
            </a:prstGeom>
            <a:grp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6861574-F4F3-6B7B-EC80-AD163924DED9}"/>
              </a:ext>
            </a:extLst>
          </p:cNvPr>
          <p:cNvGrpSpPr/>
          <p:nvPr/>
        </p:nvGrpSpPr>
        <p:grpSpPr>
          <a:xfrm>
            <a:off x="6372124" y="5607440"/>
            <a:ext cx="1443789" cy="322724"/>
            <a:chOff x="-5236143" y="-2589196"/>
            <a:chExt cx="1443789" cy="375385"/>
          </a:xfrm>
          <a:solidFill>
            <a:schemeClr val="bg1"/>
          </a:solidFill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5291621D-F561-7B6F-3E4C-833EE49BB8A8}"/>
                </a:ext>
              </a:extLst>
            </p:cNvPr>
            <p:cNvSpPr/>
            <p:nvPr/>
          </p:nvSpPr>
          <p:spPr>
            <a:xfrm>
              <a:off x="-5236143" y="-2589196"/>
              <a:ext cx="481263" cy="375385"/>
            </a:xfrm>
            <a:prstGeom prst="rect">
              <a:avLst/>
            </a:prstGeom>
            <a:grp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++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3F58271-3A97-B01A-E55F-3F144EF56D8D}"/>
                </a:ext>
              </a:extLst>
            </p:cNvPr>
            <p:cNvSpPr/>
            <p:nvPr/>
          </p:nvSpPr>
          <p:spPr>
            <a:xfrm>
              <a:off x="-4754880" y="-2589196"/>
              <a:ext cx="481263" cy="375385"/>
            </a:xfrm>
            <a:prstGeom prst="rect">
              <a:avLst/>
            </a:prstGeom>
            <a:solidFill>
              <a:srgbClr val="C4D6F5"/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ACFE1E4D-D85E-C5EE-1562-3D2545C89972}"/>
                </a:ext>
              </a:extLst>
            </p:cNvPr>
            <p:cNvSpPr/>
            <p:nvPr/>
          </p:nvSpPr>
          <p:spPr>
            <a:xfrm>
              <a:off x="-4273617" y="-2589196"/>
              <a:ext cx="481263" cy="375385"/>
            </a:xfrm>
            <a:prstGeom prst="rect">
              <a:avLst/>
            </a:prstGeom>
            <a:grp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9889CBB-A6E5-2CE0-A3B8-4B62E8EDA9DA}"/>
              </a:ext>
            </a:extLst>
          </p:cNvPr>
          <p:cNvGrpSpPr/>
          <p:nvPr/>
        </p:nvGrpSpPr>
        <p:grpSpPr>
          <a:xfrm>
            <a:off x="6372124" y="6166240"/>
            <a:ext cx="1443789" cy="322724"/>
            <a:chOff x="-5236143" y="-2589196"/>
            <a:chExt cx="1443789" cy="375385"/>
          </a:xfrm>
          <a:solidFill>
            <a:schemeClr val="bg1"/>
          </a:solidFill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C0099B58-CAF8-F0E8-0CB5-BC67EE0D4853}"/>
                </a:ext>
              </a:extLst>
            </p:cNvPr>
            <p:cNvSpPr/>
            <p:nvPr/>
          </p:nvSpPr>
          <p:spPr>
            <a:xfrm>
              <a:off x="-5236143" y="-2589196"/>
              <a:ext cx="481263" cy="375385"/>
            </a:xfrm>
            <a:prstGeom prst="rect">
              <a:avLst/>
            </a:prstGeom>
            <a:grp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++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5694D1F-76B9-B6DC-7A8E-20845F8CF62A}"/>
                </a:ext>
              </a:extLst>
            </p:cNvPr>
            <p:cNvSpPr/>
            <p:nvPr/>
          </p:nvSpPr>
          <p:spPr>
            <a:xfrm>
              <a:off x="-4754880" y="-2589196"/>
              <a:ext cx="481263" cy="375385"/>
            </a:xfrm>
            <a:prstGeom prst="rect">
              <a:avLst/>
            </a:prstGeom>
            <a:solidFill>
              <a:srgbClr val="C4D6F5"/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6758B4B-F96D-A12C-2C6F-8B0EDBA39F36}"/>
                </a:ext>
              </a:extLst>
            </p:cNvPr>
            <p:cNvSpPr/>
            <p:nvPr/>
          </p:nvSpPr>
          <p:spPr>
            <a:xfrm>
              <a:off x="-4273617" y="-2589196"/>
              <a:ext cx="481263" cy="375385"/>
            </a:xfrm>
            <a:prstGeom prst="rect">
              <a:avLst/>
            </a:prstGeom>
            <a:grp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C37DB05E-71F1-3BEF-AA03-FC493E5989DF}"/>
              </a:ext>
            </a:extLst>
          </p:cNvPr>
          <p:cNvSpPr/>
          <p:nvPr/>
        </p:nvSpPr>
        <p:spPr>
          <a:xfrm>
            <a:off x="6274602" y="1454710"/>
            <a:ext cx="5840061" cy="3013149"/>
          </a:xfrm>
          <a:prstGeom prst="roundRect">
            <a:avLst>
              <a:gd name="adj" fmla="val 2882"/>
            </a:avLst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DE" sz="1800" dirty="0" err="1">
                <a:solidFill>
                  <a:schemeClr val="tx1"/>
                </a:solidFill>
                <a:latin typeface="+mj-lt"/>
              </a:rPr>
              <a:t>KeyResults</a:t>
            </a:r>
            <a:r>
              <a:rPr lang="de-DE" sz="1800" dirty="0">
                <a:solidFill>
                  <a:schemeClr val="tx1"/>
                </a:solidFill>
                <a:latin typeface="+mj-lt"/>
              </a:rPr>
              <a:t>/erwartete Effekte</a:t>
            </a:r>
            <a:r>
              <a:rPr lang="de-DE" sz="1800" dirty="0">
                <a:solidFill>
                  <a:schemeClr val="tx1"/>
                </a:solidFill>
              </a:rPr>
              <a:t>: 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F5F22A13-FEBD-92B2-1524-CD8A8F223127}"/>
              </a:ext>
            </a:extLst>
          </p:cNvPr>
          <p:cNvSpPr/>
          <p:nvPr/>
        </p:nvSpPr>
        <p:spPr>
          <a:xfrm>
            <a:off x="2128719" y="5003881"/>
            <a:ext cx="4188060" cy="1485083"/>
          </a:xfrm>
          <a:prstGeom prst="roundRect">
            <a:avLst>
              <a:gd name="adj" fmla="val 2882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DE" sz="1800" dirty="0">
                <a:solidFill>
                  <a:schemeClr val="tx1"/>
                </a:solidFill>
              </a:rPr>
              <a:t>Intern: _____</a:t>
            </a:r>
            <a:r>
              <a:rPr lang="de-DE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  <a:r>
              <a:rPr lang="de-DE" sz="1800" dirty="0">
                <a:solidFill>
                  <a:schemeClr val="tx1"/>
                </a:solidFill>
              </a:rPr>
              <a:t>_________PT</a:t>
            </a:r>
          </a:p>
          <a:p>
            <a:br>
              <a:rPr lang="de-DE" sz="1800" dirty="0">
                <a:solidFill>
                  <a:schemeClr val="tx1"/>
                </a:solidFill>
              </a:rPr>
            </a:br>
            <a:r>
              <a:rPr lang="de-DE" sz="1800" dirty="0">
                <a:solidFill>
                  <a:schemeClr val="tx1"/>
                </a:solidFill>
              </a:rPr>
              <a:t>Kosten: ___</a:t>
            </a:r>
            <a:r>
              <a:rPr lang="de-DE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10.000</a:t>
            </a:r>
            <a:r>
              <a:rPr lang="de-DE" sz="1800" dirty="0">
                <a:solidFill>
                  <a:schemeClr val="tx1"/>
                </a:solidFill>
              </a:rPr>
              <a:t>_______Euro</a:t>
            </a:r>
          </a:p>
          <a:p>
            <a:endParaRPr lang="de-DE" sz="1800" dirty="0">
              <a:solidFill>
                <a:schemeClr val="tx1"/>
              </a:solidFill>
            </a:endParaRPr>
          </a:p>
          <a:p>
            <a:r>
              <a:rPr lang="de-DE" sz="1800" dirty="0">
                <a:solidFill>
                  <a:schemeClr val="tx1"/>
                </a:solidFill>
              </a:rPr>
              <a:t>Dauer: _______</a:t>
            </a:r>
            <a:r>
              <a:rPr lang="de-DE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4-8</a:t>
            </a:r>
            <a:r>
              <a:rPr lang="de-DE" sz="1800" dirty="0">
                <a:solidFill>
                  <a:schemeClr val="tx1"/>
                </a:solidFill>
              </a:rPr>
              <a:t>______ Wochen</a:t>
            </a:r>
          </a:p>
          <a:p>
            <a:r>
              <a:rPr lang="de-DE" sz="1800" dirty="0">
                <a:solidFill>
                  <a:schemeClr val="tx1"/>
                </a:solidFill>
              </a:rPr>
              <a:t>                    </a:t>
            </a: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58331B90-75B3-6FD0-783F-EE2D2630F204}"/>
              </a:ext>
            </a:extLst>
          </p:cNvPr>
          <p:cNvGrpSpPr/>
          <p:nvPr/>
        </p:nvGrpSpPr>
        <p:grpSpPr>
          <a:xfrm>
            <a:off x="574239" y="5056542"/>
            <a:ext cx="1443789" cy="322724"/>
            <a:chOff x="-5236143" y="-2589196"/>
            <a:chExt cx="1443789" cy="375385"/>
          </a:xfrm>
          <a:solidFill>
            <a:schemeClr val="bg1"/>
          </a:solidFill>
        </p:grpSpPr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99503AEE-E2B7-4A5D-FABE-035C5C73E97F}"/>
                </a:ext>
              </a:extLst>
            </p:cNvPr>
            <p:cNvSpPr/>
            <p:nvPr/>
          </p:nvSpPr>
          <p:spPr>
            <a:xfrm>
              <a:off x="-5236143" y="-2589196"/>
              <a:ext cx="481263" cy="375385"/>
            </a:xfrm>
            <a:prstGeom prst="rect">
              <a:avLst/>
            </a:prstGeom>
            <a:grp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++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F92AAF09-21CF-9CFA-4993-6132DB28AED3}"/>
                </a:ext>
              </a:extLst>
            </p:cNvPr>
            <p:cNvSpPr/>
            <p:nvPr/>
          </p:nvSpPr>
          <p:spPr>
            <a:xfrm>
              <a:off x="-4754880" y="-2589196"/>
              <a:ext cx="481263" cy="375385"/>
            </a:xfrm>
            <a:prstGeom prst="rect">
              <a:avLst/>
            </a:prstGeom>
            <a:solidFill>
              <a:srgbClr val="C4D6F5"/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2DD9EF2A-3585-7697-4CCA-4CB96AF6251B}"/>
                </a:ext>
              </a:extLst>
            </p:cNvPr>
            <p:cNvSpPr/>
            <p:nvPr/>
          </p:nvSpPr>
          <p:spPr>
            <a:xfrm>
              <a:off x="-4273617" y="-2589196"/>
              <a:ext cx="481263" cy="375385"/>
            </a:xfrm>
            <a:prstGeom prst="rect">
              <a:avLst/>
            </a:prstGeom>
            <a:grp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7D65DF9D-D4EF-310B-14DE-1F4AB313A516}"/>
              </a:ext>
            </a:extLst>
          </p:cNvPr>
          <p:cNvGrpSpPr/>
          <p:nvPr/>
        </p:nvGrpSpPr>
        <p:grpSpPr>
          <a:xfrm>
            <a:off x="574239" y="5607440"/>
            <a:ext cx="1443789" cy="322724"/>
            <a:chOff x="-5236143" y="-2589196"/>
            <a:chExt cx="1443789" cy="375385"/>
          </a:xfrm>
          <a:solidFill>
            <a:schemeClr val="bg1"/>
          </a:solidFill>
        </p:grpSpPr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AE639447-82F9-9371-B195-A65A64032958}"/>
                </a:ext>
              </a:extLst>
            </p:cNvPr>
            <p:cNvSpPr/>
            <p:nvPr/>
          </p:nvSpPr>
          <p:spPr>
            <a:xfrm>
              <a:off x="-5236143" y="-2589196"/>
              <a:ext cx="481263" cy="375385"/>
            </a:xfrm>
            <a:prstGeom prst="rect">
              <a:avLst/>
            </a:prstGeom>
            <a:grp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++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8AAC10AF-DD02-6F8F-6C41-964FF38A2B0C}"/>
                </a:ext>
              </a:extLst>
            </p:cNvPr>
            <p:cNvSpPr/>
            <p:nvPr/>
          </p:nvSpPr>
          <p:spPr>
            <a:xfrm>
              <a:off x="-4754880" y="-2589196"/>
              <a:ext cx="481263" cy="375385"/>
            </a:xfrm>
            <a:prstGeom prst="rect">
              <a:avLst/>
            </a:prstGeom>
            <a:solidFill>
              <a:srgbClr val="C4D6F5"/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247941C9-141B-B866-DE83-F953A9D3285C}"/>
                </a:ext>
              </a:extLst>
            </p:cNvPr>
            <p:cNvSpPr/>
            <p:nvPr/>
          </p:nvSpPr>
          <p:spPr>
            <a:xfrm>
              <a:off x="-4273617" y="-2589196"/>
              <a:ext cx="481263" cy="375385"/>
            </a:xfrm>
            <a:prstGeom prst="rect">
              <a:avLst/>
            </a:prstGeom>
            <a:grp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F5AE399B-CD2C-AEEB-E7FE-4E8114F740D8}"/>
              </a:ext>
            </a:extLst>
          </p:cNvPr>
          <p:cNvGrpSpPr/>
          <p:nvPr/>
        </p:nvGrpSpPr>
        <p:grpSpPr>
          <a:xfrm>
            <a:off x="574239" y="6166240"/>
            <a:ext cx="1443789" cy="322724"/>
            <a:chOff x="-5236143" y="-2589196"/>
            <a:chExt cx="1443789" cy="375385"/>
          </a:xfrm>
          <a:solidFill>
            <a:schemeClr val="bg1"/>
          </a:solidFill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B40EB156-F5E1-1A52-4FE0-A5B4E8F54C34}"/>
                </a:ext>
              </a:extLst>
            </p:cNvPr>
            <p:cNvSpPr/>
            <p:nvPr/>
          </p:nvSpPr>
          <p:spPr>
            <a:xfrm>
              <a:off x="-5236143" y="-2589196"/>
              <a:ext cx="481263" cy="375385"/>
            </a:xfrm>
            <a:prstGeom prst="rect">
              <a:avLst/>
            </a:prstGeom>
            <a:grp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++</a:t>
              </a: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E46D938A-DC61-27EC-A3F9-018BA3D7EE62}"/>
                </a:ext>
              </a:extLst>
            </p:cNvPr>
            <p:cNvSpPr/>
            <p:nvPr/>
          </p:nvSpPr>
          <p:spPr>
            <a:xfrm>
              <a:off x="-4754880" y="-2589196"/>
              <a:ext cx="481263" cy="375385"/>
            </a:xfrm>
            <a:prstGeom prst="rect">
              <a:avLst/>
            </a:prstGeom>
            <a:solidFill>
              <a:srgbClr val="C4D6F5"/>
            </a:solidFill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+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185052A0-DF26-6066-61B6-81C894DB4E82}"/>
                </a:ext>
              </a:extLst>
            </p:cNvPr>
            <p:cNvSpPr/>
            <p:nvPr/>
          </p:nvSpPr>
          <p:spPr>
            <a:xfrm>
              <a:off x="-4273617" y="-2589196"/>
              <a:ext cx="481263" cy="375385"/>
            </a:xfrm>
            <a:prstGeom prst="rect">
              <a:avLst/>
            </a:prstGeom>
            <a:grpFill/>
            <a:ln>
              <a:solidFill>
                <a:schemeClr val="bg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t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A5F8DAA7-BCC3-425E-D051-A877972E2B4F}"/>
              </a:ext>
            </a:extLst>
          </p:cNvPr>
          <p:cNvSpPr/>
          <p:nvPr/>
        </p:nvSpPr>
        <p:spPr>
          <a:xfrm>
            <a:off x="10049933" y="62224"/>
            <a:ext cx="2062701" cy="1332444"/>
          </a:xfrm>
          <a:prstGeom prst="roundRect">
            <a:avLst>
              <a:gd name="adj" fmla="val 2882"/>
            </a:avLst>
          </a:prstGeom>
          <a:solidFill>
            <a:srgbClr val="FFFFFF">
              <a:alpha val="69804"/>
            </a:srgb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DE" sz="1800" dirty="0">
                <a:solidFill>
                  <a:schemeClr val="tx1"/>
                </a:solidFill>
                <a:latin typeface="+mj-lt"/>
              </a:rPr>
              <a:t>Priorität:</a:t>
            </a:r>
            <a:r>
              <a:rPr lang="de-DE" sz="18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5BD3940F-627B-C312-DE24-7F4A684A3F5A}"/>
              </a:ext>
            </a:extLst>
          </p:cNvPr>
          <p:cNvSpPr/>
          <p:nvPr/>
        </p:nvSpPr>
        <p:spPr>
          <a:xfrm>
            <a:off x="10097970" y="977972"/>
            <a:ext cx="2014664" cy="429711"/>
          </a:xfrm>
          <a:prstGeom prst="roundRect">
            <a:avLst>
              <a:gd name="adj" fmla="val 2882"/>
            </a:avLst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DE" sz="18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A++, A, B, C</a:t>
            </a: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C9B6EBC2-1532-FF74-3BC9-F4962D6E58B1}"/>
              </a:ext>
            </a:extLst>
          </p:cNvPr>
          <p:cNvSpPr/>
          <p:nvPr/>
        </p:nvSpPr>
        <p:spPr>
          <a:xfrm>
            <a:off x="493805" y="1845575"/>
            <a:ext cx="5602196" cy="2536354"/>
          </a:xfrm>
          <a:prstGeom prst="roundRect">
            <a:avLst>
              <a:gd name="adj" fmla="val 2882"/>
            </a:avLst>
          </a:prstGeom>
          <a:pattFill prst="lg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endParaRPr lang="de-DE" sz="1800" dirty="0">
              <a:solidFill>
                <a:schemeClr val="tx1"/>
              </a:solidFill>
            </a:endParaRP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E2566DD3-6584-0157-1D21-BEE3B125597D}"/>
              </a:ext>
            </a:extLst>
          </p:cNvPr>
          <p:cNvSpPr/>
          <p:nvPr/>
        </p:nvSpPr>
        <p:spPr>
          <a:xfrm>
            <a:off x="6372124" y="1845575"/>
            <a:ext cx="5602196" cy="2536354"/>
          </a:xfrm>
          <a:prstGeom prst="roundRect">
            <a:avLst>
              <a:gd name="adj" fmla="val 2882"/>
            </a:avLst>
          </a:prstGeom>
          <a:pattFill prst="lgGrid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endParaRPr lang="de-DE" sz="1800" dirty="0">
              <a:solidFill>
                <a:schemeClr val="tx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C8AEE30-B027-7B0E-449A-DE19C8281144}"/>
              </a:ext>
            </a:extLst>
          </p:cNvPr>
          <p:cNvSpPr txBox="1"/>
          <p:nvPr/>
        </p:nvSpPr>
        <p:spPr>
          <a:xfrm>
            <a:off x="946219" y="1875496"/>
            <a:ext cx="5077814" cy="2455630"/>
          </a:xfrm>
          <a:prstGeom prst="rect">
            <a:avLst/>
          </a:prstGeom>
        </p:spPr>
        <p:txBody>
          <a:bodyPr vert="horz" wrap="square" lIns="72000" tIns="36000" rIns="72000" bIns="36000" rtlCol="0" anchor="t" anchorCtr="0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¨"/>
            </a:pP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Ausleitung der Bestandsdaten (SAGE, </a:t>
            </a:r>
            <a:r>
              <a:rPr lang="de-DE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FileServer</a:t>
            </a: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285750" indent="-285750" algn="l">
              <a:buFont typeface="Wingdings" panose="05000000000000000000" pitchFamily="2" charset="2"/>
              <a:buChar char="¨"/>
            </a:pP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Erstellung Agenten zur Analyse der Altdaten und Extraktion in Excel-/SharePoint-Listen</a:t>
            </a:r>
          </a:p>
          <a:p>
            <a:pPr marL="285750" indent="-285750" algn="l">
              <a:buFont typeface="Wingdings" panose="05000000000000000000" pitchFamily="2" charset="2"/>
              <a:buChar char="¨"/>
            </a:pP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Prüfung und ggf. Bereinigung der Daten</a:t>
            </a:r>
          </a:p>
          <a:p>
            <a:pPr marL="285750" indent="-285750" algn="l">
              <a:buFont typeface="Wingdings" panose="05000000000000000000" pitchFamily="2" charset="2"/>
              <a:buChar char="¨"/>
            </a:pP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Erstellung Datenmodell (inkl. Attribuierung)</a:t>
            </a:r>
          </a:p>
          <a:p>
            <a:pPr marL="285750" indent="-285750" algn="l">
              <a:buFont typeface="Wingdings" panose="05000000000000000000" pitchFamily="2" charset="2"/>
              <a:buChar char="¨"/>
            </a:pP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Bereitstellung der Daten für ODOO-Pilotierung/Migration</a:t>
            </a:r>
          </a:p>
          <a:p>
            <a:pPr marL="285750" indent="-285750" algn="l">
              <a:buFont typeface="Wingdings" panose="05000000000000000000" pitchFamily="2" charset="2"/>
              <a:buChar char="¨"/>
            </a:pP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Bereitstellung der Daten für Sofortmaßnahmen wie z.B.</a:t>
            </a:r>
          </a:p>
          <a:p>
            <a:pPr marL="895335" lvl="1" indent="-285750">
              <a:buFont typeface="Wingdings" panose="05000000000000000000" pitchFamily="2" charset="2"/>
              <a:buChar char="¨"/>
            </a:pP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Aftersales (Bestandskunden, Anlageninfos)</a:t>
            </a:r>
          </a:p>
          <a:p>
            <a:pPr marL="895335" lvl="1" indent="-285750">
              <a:buFont typeface="Wingdings" panose="05000000000000000000" pitchFamily="2" charset="2"/>
              <a:buChar char="¨"/>
            </a:pP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Service (Bereitstellung Anlagenhistorie)</a:t>
            </a:r>
          </a:p>
          <a:p>
            <a:pPr marL="895335" lvl="1" indent="-285750">
              <a:buFont typeface="Wingdings" panose="05000000000000000000" pitchFamily="2" charset="2"/>
              <a:buChar char="¨"/>
            </a:pP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Service (Bereitstellung Erfahrungshistorie Techniker)</a:t>
            </a:r>
          </a:p>
          <a:p>
            <a:pPr marL="895335" lvl="1" indent="-285750">
              <a:buFont typeface="Wingdings" panose="05000000000000000000" pitchFamily="2" charset="2"/>
              <a:buChar char="¨"/>
            </a:pP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Vertrieb (Produktübersicht, Historie /Roadmap</a:t>
            </a:r>
          </a:p>
          <a:p>
            <a:pPr marL="895335" lvl="1" indent="-285750">
              <a:buFont typeface="Wingdings" panose="05000000000000000000" pitchFamily="2" charset="2"/>
              <a:buChar char="¨"/>
            </a:pPr>
            <a:r>
              <a:rPr lang="de-DE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PLM (Anlagenübersicht)</a:t>
            </a:r>
          </a:p>
          <a:p>
            <a:pPr marL="895335" lvl="1" indent="-285750">
              <a:buFont typeface="Wingdings" panose="05000000000000000000" pitchFamily="2" charset="2"/>
              <a:buChar char="¨"/>
            </a:pPr>
            <a:endParaRPr lang="de-DE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BE7CB0F-9D15-6E2E-A8FC-11730A3E029E}"/>
              </a:ext>
            </a:extLst>
          </p:cNvPr>
          <p:cNvSpPr txBox="1"/>
          <p:nvPr/>
        </p:nvSpPr>
        <p:spPr>
          <a:xfrm>
            <a:off x="6731073" y="1875496"/>
            <a:ext cx="5077814" cy="2455630"/>
          </a:xfrm>
          <a:prstGeom prst="rect">
            <a:avLst/>
          </a:prstGeom>
        </p:spPr>
        <p:txBody>
          <a:bodyPr vert="horz" wrap="square" lIns="72000" tIns="36000" rIns="72000" bIns="36000" rtlCol="0" anchor="t" anchorCtr="0"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de-DE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Transparenz über die Bestandsdaten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de-DE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Reduzierung Aufwand für </a:t>
            </a:r>
            <a:r>
              <a:rPr lang="de-DE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Odoo</a:t>
            </a:r>
            <a:r>
              <a:rPr lang="de-DE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Konfiguration und Migration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de-DE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Zusätzliche Wartungsverträge/ Services durch Nutzung der Daten</a:t>
            </a:r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de-DE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Reduzierung Aufwand durch zentrale Datenbereitstellung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5BFE133-F18F-F6F8-4A97-4DB3AEFE3C19}"/>
              </a:ext>
            </a:extLst>
          </p:cNvPr>
          <p:cNvSpPr txBox="1"/>
          <p:nvPr/>
        </p:nvSpPr>
        <p:spPr>
          <a:xfrm>
            <a:off x="9956197" y="4692795"/>
            <a:ext cx="1588103" cy="372751"/>
          </a:xfrm>
          <a:prstGeom prst="rect">
            <a:avLst/>
          </a:prstGeom>
        </p:spPr>
        <p:txBody>
          <a:bodyPr vert="horz" wrap="square" lIns="72000" tIns="36000" rIns="72000" bIns="36000" rtlCol="0" anchor="t" anchorCtr="0">
            <a:noAutofit/>
          </a:bodyPr>
          <a:lstStyle/>
          <a:p>
            <a:pPr algn="l"/>
            <a:r>
              <a:rPr lang="de-DE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Weniger Kosten für ODOO-Beratung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D3C5377-4A12-8150-E132-EF87A5F46A5A}"/>
              </a:ext>
            </a:extLst>
          </p:cNvPr>
          <p:cNvSpPr txBox="1"/>
          <p:nvPr/>
        </p:nvSpPr>
        <p:spPr>
          <a:xfrm>
            <a:off x="9956197" y="5376632"/>
            <a:ext cx="1588103" cy="372751"/>
          </a:xfrm>
          <a:prstGeom prst="rect">
            <a:avLst/>
          </a:prstGeom>
        </p:spPr>
        <p:txBody>
          <a:bodyPr vert="horz" wrap="square" lIns="72000" tIns="36000" rIns="72000" bIns="36000" rtlCol="0" anchor="t" anchorCtr="0">
            <a:noAutofit/>
          </a:bodyPr>
          <a:lstStyle/>
          <a:p>
            <a:pPr algn="l"/>
            <a:r>
              <a:rPr lang="de-DE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Geringerer interner</a:t>
            </a:r>
          </a:p>
          <a:p>
            <a:pPr algn="l"/>
            <a:r>
              <a:rPr lang="de-DE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Aufwand für </a:t>
            </a:r>
            <a:r>
              <a:rPr lang="de-DE" sz="105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Odoo</a:t>
            </a:r>
            <a:r>
              <a:rPr lang="de-DE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Einführung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2D10C91-FA54-2E15-8470-AC2374CA390F}"/>
              </a:ext>
            </a:extLst>
          </p:cNvPr>
          <p:cNvSpPr txBox="1"/>
          <p:nvPr/>
        </p:nvSpPr>
        <p:spPr>
          <a:xfrm>
            <a:off x="8781179" y="5972450"/>
            <a:ext cx="1588103" cy="372751"/>
          </a:xfrm>
          <a:prstGeom prst="rect">
            <a:avLst/>
          </a:prstGeom>
        </p:spPr>
        <p:txBody>
          <a:bodyPr vert="horz" wrap="square" lIns="72000" tIns="36000" rIns="72000" bIns="36000" rtlCol="0" anchor="t" anchorCtr="0">
            <a:noAutofit/>
          </a:bodyPr>
          <a:lstStyle/>
          <a:p>
            <a:pPr algn="l"/>
            <a:r>
              <a:rPr lang="de-DE" sz="105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Verträge / Umsatz mit 50% der Bestandskunden</a:t>
            </a:r>
          </a:p>
        </p:txBody>
      </p:sp>
    </p:spTree>
    <p:extLst>
      <p:ext uri="{BB962C8B-B14F-4D97-AF65-F5344CB8AC3E}">
        <p14:creationId xmlns:p14="http://schemas.microsoft.com/office/powerpoint/2010/main" val="249501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865F-9B44-F126-FD96-6994AFF1D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00285B2B-44E7-A04A-6649-6E9D619E88BD}"/>
              </a:ext>
            </a:extLst>
          </p:cNvPr>
          <p:cNvSpPr/>
          <p:nvPr/>
        </p:nvSpPr>
        <p:spPr>
          <a:xfrm>
            <a:off x="2707487" y="1524001"/>
            <a:ext cx="368557" cy="5081367"/>
          </a:xfrm>
          <a:custGeom>
            <a:avLst/>
            <a:gdLst>
              <a:gd name="connsiteX0" fmla="*/ 0 w 222250"/>
              <a:gd name="connsiteY0" fmla="*/ 0 h 2563283"/>
              <a:gd name="connsiteX1" fmla="*/ 222250 w 222250"/>
              <a:gd name="connsiteY1" fmla="*/ 0 h 2563283"/>
              <a:gd name="connsiteX2" fmla="*/ 215900 w 222250"/>
              <a:gd name="connsiteY2" fmla="*/ 2563283 h 2563283"/>
              <a:gd name="connsiteX3" fmla="*/ 14817 w 222250"/>
              <a:gd name="connsiteY3" fmla="*/ 285750 h 2563283"/>
              <a:gd name="connsiteX0" fmla="*/ 0 w 228881"/>
              <a:gd name="connsiteY0" fmla="*/ 0 h 3645958"/>
              <a:gd name="connsiteX1" fmla="*/ 222250 w 228881"/>
              <a:gd name="connsiteY1" fmla="*/ 0 h 3645958"/>
              <a:gd name="connsiteX2" fmla="*/ 228600 w 228881"/>
              <a:gd name="connsiteY2" fmla="*/ 3645958 h 3645958"/>
              <a:gd name="connsiteX3" fmla="*/ 14817 w 228881"/>
              <a:gd name="connsiteY3" fmla="*/ 285750 h 3645958"/>
              <a:gd name="connsiteX0" fmla="*/ 0 w 228881"/>
              <a:gd name="connsiteY0" fmla="*/ 0 h 3645958"/>
              <a:gd name="connsiteX1" fmla="*/ 222250 w 228881"/>
              <a:gd name="connsiteY1" fmla="*/ 0 h 3645958"/>
              <a:gd name="connsiteX2" fmla="*/ 228600 w 228881"/>
              <a:gd name="connsiteY2" fmla="*/ 3645958 h 3645958"/>
              <a:gd name="connsiteX3" fmla="*/ 14817 w 228881"/>
              <a:gd name="connsiteY3" fmla="*/ 285750 h 3645958"/>
              <a:gd name="connsiteX0" fmla="*/ 0 w 228881"/>
              <a:gd name="connsiteY0" fmla="*/ 0 h 3645958"/>
              <a:gd name="connsiteX1" fmla="*/ 222250 w 228881"/>
              <a:gd name="connsiteY1" fmla="*/ 0 h 3645958"/>
              <a:gd name="connsiteX2" fmla="*/ 228600 w 228881"/>
              <a:gd name="connsiteY2" fmla="*/ 3645958 h 3645958"/>
              <a:gd name="connsiteX3" fmla="*/ 4382 w 228881"/>
              <a:gd name="connsiteY3" fmla="*/ 284162 h 3645958"/>
              <a:gd name="connsiteX0" fmla="*/ 0 w 231361"/>
              <a:gd name="connsiteY0" fmla="*/ 45267 h 3645958"/>
              <a:gd name="connsiteX1" fmla="*/ 224730 w 231361"/>
              <a:gd name="connsiteY1" fmla="*/ 0 h 3645958"/>
              <a:gd name="connsiteX2" fmla="*/ 231080 w 231361"/>
              <a:gd name="connsiteY2" fmla="*/ 3645958 h 3645958"/>
              <a:gd name="connsiteX3" fmla="*/ 6862 w 231361"/>
              <a:gd name="connsiteY3" fmla="*/ 284162 h 3645958"/>
              <a:gd name="connsiteX0" fmla="*/ 0 w 231361"/>
              <a:gd name="connsiteY0" fmla="*/ 45267 h 3645958"/>
              <a:gd name="connsiteX1" fmla="*/ 224730 w 231361"/>
              <a:gd name="connsiteY1" fmla="*/ 0 h 3645958"/>
              <a:gd name="connsiteX2" fmla="*/ 231080 w 231361"/>
              <a:gd name="connsiteY2" fmla="*/ 3645958 h 3645958"/>
              <a:gd name="connsiteX3" fmla="*/ 6862 w 231361"/>
              <a:gd name="connsiteY3" fmla="*/ 483338 h 3645958"/>
              <a:gd name="csX0" fmla="*/ 0 w 231361"/>
              <a:gd name="csY0" fmla="*/ 45267 h 3645958"/>
              <a:gd name="csX1" fmla="*/ 224730 w 231361"/>
              <a:gd name="csY1" fmla="*/ 0 h 3645958"/>
              <a:gd name="csX2" fmla="*/ 231080 w 231361"/>
              <a:gd name="csY2" fmla="*/ 3645958 h 3645958"/>
              <a:gd name="csX3" fmla="*/ 4254 w 231361"/>
              <a:gd name="csY3" fmla="*/ 723299 h 3645958"/>
              <a:gd name="csX0" fmla="*/ 3572 w 227107"/>
              <a:gd name="csY0" fmla="*/ 406728 h 3645958"/>
              <a:gd name="csX1" fmla="*/ 220476 w 227107"/>
              <a:gd name="csY1" fmla="*/ 0 h 3645958"/>
              <a:gd name="csX2" fmla="*/ 226826 w 227107"/>
              <a:gd name="csY2" fmla="*/ 3645958 h 3645958"/>
              <a:gd name="csX3" fmla="*/ 0 w 227107"/>
              <a:gd name="csY3" fmla="*/ 723299 h 3645958"/>
              <a:gd name="csX0" fmla="*/ 3572 w 227107"/>
              <a:gd name="csY0" fmla="*/ 406728 h 3645958"/>
              <a:gd name="csX1" fmla="*/ 220476 w 227107"/>
              <a:gd name="csY1" fmla="*/ 0 h 3645958"/>
              <a:gd name="csX2" fmla="*/ 226826 w 227107"/>
              <a:gd name="csY2" fmla="*/ 3645958 h 3645958"/>
              <a:gd name="csX3" fmla="*/ 0 w 227107"/>
              <a:gd name="csY3" fmla="*/ 723299 h 3645958"/>
              <a:gd name="csX0" fmla="*/ 3572 w 227107"/>
              <a:gd name="csY0" fmla="*/ 406728 h 3645958"/>
              <a:gd name="csX1" fmla="*/ 220476 w 227107"/>
              <a:gd name="csY1" fmla="*/ 0 h 3645958"/>
              <a:gd name="csX2" fmla="*/ 226826 w 227107"/>
              <a:gd name="csY2" fmla="*/ 3645958 h 3645958"/>
              <a:gd name="csX3" fmla="*/ 0 w 227107"/>
              <a:gd name="csY3" fmla="*/ 723299 h 3645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7107" h="3645958">
                <a:moveTo>
                  <a:pt x="3572" y="406728"/>
                </a:moveTo>
                <a:cubicBezTo>
                  <a:pt x="101132" y="200179"/>
                  <a:pt x="115090" y="188324"/>
                  <a:pt x="220476" y="0"/>
                </a:cubicBezTo>
                <a:cubicBezTo>
                  <a:pt x="218359" y="854428"/>
                  <a:pt x="228943" y="2791530"/>
                  <a:pt x="226826" y="3645958"/>
                </a:cubicBezTo>
                <a:cubicBezTo>
                  <a:pt x="169323" y="2883605"/>
                  <a:pt x="67028" y="1482477"/>
                  <a:pt x="0" y="723299"/>
                </a:cubicBezTo>
              </a:path>
            </a:pathLst>
          </a:custGeom>
          <a:solidFill>
            <a:srgbClr val="17429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8AD87F-E506-01E3-1BC1-6599869A6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>
                <a:cs typeface="Calibri" panose="020F0502020204030204" pitchFamily="34" charset="0"/>
              </a:rPr>
              <a:t>Vorgehensweise im Projekt – Data Engineering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1EE2328-016B-6FF8-AE47-BF4BA0153CC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13.07.2026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BBBBE9-1BA2-A5F3-AFA4-27697AFE2EF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AIRCO-Systems GmbH - Projektskizze: Optimierung und Digitalisierung der Prozesse  | mosaiic GmbH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66101B8C-E12C-FD86-9849-B11D763AF2AA}"/>
              </a:ext>
            </a:extLst>
          </p:cNvPr>
          <p:cNvSpPr txBox="1"/>
          <p:nvPr/>
        </p:nvSpPr>
        <p:spPr>
          <a:xfrm>
            <a:off x="389405" y="1121544"/>
            <a:ext cx="1777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b="1">
                <a:cs typeface="Calibri" panose="020F0502020204030204" pitchFamily="34" charset="0"/>
              </a:rPr>
              <a:t>Arbeitspakete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E6F9D63-5489-5A22-6B3C-7D83BD4AF9AE}"/>
              </a:ext>
            </a:extLst>
          </p:cNvPr>
          <p:cNvSpPr txBox="1"/>
          <p:nvPr/>
        </p:nvSpPr>
        <p:spPr>
          <a:xfrm>
            <a:off x="2916813" y="1121544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b="1">
                <a:cs typeface="Calibri" panose="020F0502020204030204" pitchFamily="34" charset="0"/>
              </a:rPr>
              <a:t>Inhalt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64245BC7-B181-E7D4-B7BB-AB0AA564A797}"/>
              </a:ext>
            </a:extLst>
          </p:cNvPr>
          <p:cNvSpPr txBox="1"/>
          <p:nvPr/>
        </p:nvSpPr>
        <p:spPr>
          <a:xfrm>
            <a:off x="8962405" y="1121544"/>
            <a:ext cx="2316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b="1">
                <a:cs typeface="Calibri" panose="020F0502020204030204" pitchFamily="34" charset="0"/>
              </a:rPr>
              <a:t>Ergebnisse/Effekte</a:t>
            </a:r>
          </a:p>
        </p:txBody>
      </p:sp>
      <p:sp>
        <p:nvSpPr>
          <p:cNvPr id="76" name="AutoShape 6">
            <a:extLst>
              <a:ext uri="{FF2B5EF4-FFF2-40B4-BE49-F238E27FC236}">
                <a16:creationId xmlns:a16="http://schemas.microsoft.com/office/drawing/2014/main" id="{7E7F68B2-33ED-5B0E-2B63-9FA19AFBD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044" y="1527271"/>
            <a:ext cx="5792952" cy="514446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6800" tIns="46800" rIns="46800" bIns="46800" numCol="1" rtlCol="0" anchor="t" anchorCtr="0" compatLnSpc="1">
            <a:prstTxWarp prst="textNoShape">
              <a:avLst/>
            </a:prstTxWarp>
          </a:bodyPr>
          <a:lstStyle/>
          <a:p>
            <a:pPr marL="4763" lvl="1">
              <a:buClr>
                <a:srgbClr val="004D8C"/>
              </a:buClr>
              <a:tabLst>
                <a:tab pos="539737" algn="l"/>
              </a:tabLst>
              <a:defRPr/>
            </a:pPr>
            <a:r>
              <a:rPr lang="de-DE" sz="1050" b="1" dirty="0">
                <a:solidFill>
                  <a:srgbClr val="000000"/>
                </a:solidFill>
                <a:cs typeface="Calibri" panose="020F0502020204030204" pitchFamily="34" charset="0"/>
              </a:rPr>
              <a:t>2.1 Data Engineering – Transparenz über Altdaten in den Systemen/Dateien (ca. 9 PT)</a:t>
            </a:r>
          </a:p>
          <a:p>
            <a:pPr marL="4763" lvl="1" indent="-228594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Ausleitung der Bestandsdaten (SAGE, </a:t>
            </a:r>
            <a:r>
              <a:rPr lang="de-DE" sz="1000" dirty="0" err="1">
                <a:solidFill>
                  <a:srgbClr val="000000"/>
                </a:solidFill>
                <a:cs typeface="Calibri" panose="020F0502020204030204" pitchFamily="34" charset="0"/>
              </a:rPr>
              <a:t>FileServer</a:t>
            </a: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)</a:t>
            </a:r>
          </a:p>
          <a:p>
            <a:pPr marL="4763" lvl="1" indent="-228594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Erstellung Agenten zur Analyse der Altdaten und Extraktion in Excel-/SharePoint-Listen</a:t>
            </a:r>
          </a:p>
          <a:p>
            <a:pPr marL="4763" lvl="1" indent="-228594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Prüfung und ggf. Bereinigung der Daten in Abstimmung mit den AIRCO Mitarbeitern</a:t>
            </a:r>
          </a:p>
          <a:p>
            <a:pPr marL="614348" lvl="2" indent="-228594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Erstellung Datenmodell (inkl. Attribuierung)</a:t>
            </a:r>
          </a:p>
          <a:p>
            <a:pPr marL="614348" lvl="2" indent="-228594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Bereitstellung der Daten für ODOO-Pilotierung/Migration</a:t>
            </a:r>
          </a:p>
          <a:p>
            <a:pPr marL="614348" lvl="2" indent="-228594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Bereitstellung der Daten für Sofortmaßnahmen wie z.B.</a:t>
            </a:r>
          </a:p>
          <a:p>
            <a:pPr marL="1223932" lvl="3" indent="-228594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Aftersales (Bestandskunden, Anlageninfos)</a:t>
            </a:r>
          </a:p>
          <a:p>
            <a:pPr marL="1223932" lvl="3" indent="-228594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Service (Bereitstellung Anlagenhistorie)</a:t>
            </a:r>
          </a:p>
          <a:p>
            <a:pPr marL="1223932" lvl="3" indent="-228594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Service (Bereitstellung Erfahrungshistorie Techniker)</a:t>
            </a:r>
          </a:p>
          <a:p>
            <a:pPr marL="1223932" lvl="3" indent="-228594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Vertrieb (Produktübersicht, Historie /Roadmap</a:t>
            </a:r>
          </a:p>
          <a:p>
            <a:pPr marL="1223932" lvl="3" indent="-228594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PLM (Anlagenübersicht)</a:t>
            </a:r>
          </a:p>
          <a:p>
            <a:pPr marL="1223932" lvl="3" indent="-228594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PLM (SW-Stände und Freischaltungen auf den Kundenanlagen)</a:t>
            </a:r>
          </a:p>
          <a:p>
            <a:pPr marL="176213" lvl="1" indent="-171450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Erneutes Screening aller Daten, die zwischen der „Erstausleitung“ und der ODOO-Migration erstellt wurden</a:t>
            </a:r>
          </a:p>
          <a:p>
            <a:pPr marL="176213" lvl="1" indent="-171450">
              <a:buClr>
                <a:srgbClr val="004D8C"/>
              </a:buClr>
              <a:buFont typeface="Arial" panose="020B0604020202020204" pitchFamily="34" charset="0"/>
              <a:buChar char="•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Aufbereitung und Bereitstellung der Daten für die Migration in ODOO</a:t>
            </a:r>
          </a:p>
        </p:txBody>
      </p:sp>
      <p:sp>
        <p:nvSpPr>
          <p:cNvPr id="77" name="AutoShape 6">
            <a:extLst>
              <a:ext uri="{FF2B5EF4-FFF2-40B4-BE49-F238E27FC236}">
                <a16:creationId xmlns:a16="http://schemas.microsoft.com/office/drawing/2014/main" id="{91A89B1E-DD25-D3B2-B6C3-39BD26759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2879" y="1527271"/>
            <a:ext cx="2758191" cy="514446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6800" tIns="46800" rIns="46800" bIns="46800" numCol="1" rtlCol="0" anchor="t" anchorCtr="0" compatLnSpc="1">
            <a:prstTxWarp prst="textNoShape">
              <a:avLst/>
            </a:prstTxWarp>
          </a:bodyPr>
          <a:lstStyle/>
          <a:p>
            <a:pPr marL="4762" lvl="1">
              <a:lnSpc>
                <a:spcPct val="90000"/>
              </a:lnSpc>
              <a:buClr>
                <a:srgbClr val="004D8C"/>
              </a:buClr>
              <a:tabLst>
                <a:tab pos="539737" algn="l"/>
              </a:tabLst>
              <a:defRPr/>
            </a:pPr>
            <a:r>
              <a:rPr lang="de-DE" sz="1000" b="1" dirty="0">
                <a:solidFill>
                  <a:srgbClr val="000000"/>
                </a:solidFill>
                <a:cs typeface="Calibri" panose="020F0502020204030204" pitchFamily="34" charset="0"/>
              </a:rPr>
              <a:t>Ergebnis</a:t>
            </a: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:</a:t>
            </a:r>
          </a:p>
          <a:p>
            <a:pPr marL="93660" lvl="1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Listen mit Stammdaten stehen zur Verfügung</a:t>
            </a:r>
          </a:p>
          <a:p>
            <a:pPr marL="703245" lvl="2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Kunden- /Lieferantenstamm</a:t>
            </a:r>
          </a:p>
          <a:p>
            <a:pPr marL="703245" lvl="2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Artikelstammdaten</a:t>
            </a:r>
          </a:p>
          <a:p>
            <a:pPr marL="703245" lvl="2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Anlagendaten</a:t>
            </a:r>
          </a:p>
          <a:p>
            <a:pPr marL="703245" lvl="2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Serviceeinsätze</a:t>
            </a:r>
          </a:p>
          <a:p>
            <a:pPr marL="703245" lvl="2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Vernetzung der Stammdaten</a:t>
            </a:r>
          </a:p>
          <a:p>
            <a:pPr marL="93660" lvl="1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Datenmodell ist ausgeleitet und geprüft</a:t>
            </a:r>
          </a:p>
          <a:p>
            <a:pPr marL="93660" lvl="1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Daten sind für weitere Sofortmaßnahmen bereitgestellt</a:t>
            </a:r>
          </a:p>
          <a:p>
            <a:pPr marL="703245" lvl="2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Aftersales (Bestandskunden, Anlageninfos)</a:t>
            </a:r>
          </a:p>
          <a:p>
            <a:pPr marL="703245" lvl="2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Service (Bereitstellung Anlagenhistorie)</a:t>
            </a:r>
          </a:p>
          <a:p>
            <a:pPr marL="703245" lvl="2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Service (Bereitstellung Erfahrungshistorie Techniker)</a:t>
            </a:r>
          </a:p>
          <a:p>
            <a:pPr marL="703245" lvl="2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Vertrieb (Produktübersicht, Historie /Roadmap</a:t>
            </a:r>
          </a:p>
          <a:p>
            <a:pPr marL="703245" lvl="2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PLM (Anlagenübersicht)</a:t>
            </a:r>
          </a:p>
          <a:p>
            <a:pPr marL="93660" lvl="1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Daten sind für die ODOO-Migration bereitgestellt</a:t>
            </a:r>
          </a:p>
          <a:p>
            <a:pPr marL="93660" lvl="1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endParaRPr lang="de-DE" sz="10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marL="4762" lvl="1">
              <a:lnSpc>
                <a:spcPct val="90000"/>
              </a:lnSpc>
              <a:buClr>
                <a:srgbClr val="004D8C"/>
              </a:buClr>
              <a:tabLst>
                <a:tab pos="539737" algn="l"/>
              </a:tabLst>
              <a:defRPr/>
            </a:pPr>
            <a:r>
              <a:rPr lang="de-DE" sz="1000" b="1" dirty="0">
                <a:solidFill>
                  <a:srgbClr val="000000"/>
                </a:solidFill>
                <a:cs typeface="Calibri" panose="020F0502020204030204" pitchFamily="34" charset="0"/>
              </a:rPr>
              <a:t>Effekt</a:t>
            </a: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:</a:t>
            </a:r>
          </a:p>
          <a:p>
            <a:pPr marL="93660" lvl="1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Effizientere Vorgehensweise bei der Konfiguration von ODOO</a:t>
            </a:r>
          </a:p>
          <a:p>
            <a:pPr marL="93660" lvl="1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Transparenz über Bestandsdaten und Nutzung für Sofortmaßnahmen, insb. im Aftersales</a:t>
            </a:r>
          </a:p>
          <a:p>
            <a:pPr marL="93660" lvl="1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Vollständigkeit der Daten für ODOO Migration, insbes. auch für die Bereinigung des Artikelstamms</a:t>
            </a:r>
          </a:p>
          <a:p>
            <a:pPr marL="93660" lvl="1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r>
              <a:rPr lang="de-DE" sz="1000" dirty="0">
                <a:solidFill>
                  <a:srgbClr val="000000"/>
                </a:solidFill>
                <a:cs typeface="Calibri" panose="020F0502020204030204" pitchFamily="34" charset="0"/>
              </a:rPr>
              <a:t>Zusatzumsatz im Aftersales/Service</a:t>
            </a:r>
          </a:p>
          <a:p>
            <a:pPr marL="93660" lvl="1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endParaRPr lang="de-DE" sz="10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marL="93660" lvl="1" indent="-88898">
              <a:lnSpc>
                <a:spcPct val="90000"/>
              </a:lnSpc>
              <a:buClr>
                <a:srgbClr val="004D8C"/>
              </a:buClr>
              <a:buFont typeface="Wingdings" pitchFamily="2" charset="2"/>
              <a:buChar char="§"/>
              <a:tabLst>
                <a:tab pos="539737" algn="l"/>
              </a:tabLst>
              <a:defRPr/>
            </a:pPr>
            <a:endParaRPr lang="de-DE" sz="1000" dirty="0">
              <a:solidFill>
                <a:srgbClr val="000000"/>
              </a:solidFill>
              <a:cs typeface="Calibri" panose="020F0502020204030204" pitchFamily="34" charset="0"/>
            </a:endParaRPr>
          </a:p>
          <a:p>
            <a:pPr marL="4762" lvl="1">
              <a:lnSpc>
                <a:spcPct val="90000"/>
              </a:lnSpc>
              <a:buClr>
                <a:srgbClr val="004D8C"/>
              </a:buClr>
              <a:tabLst>
                <a:tab pos="539737" algn="l"/>
              </a:tabLst>
              <a:defRPr/>
            </a:pPr>
            <a:endParaRPr lang="de-DE" sz="1000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ADE30661-6A86-0D00-5CEB-2C9BCFDEA721}"/>
              </a:ext>
            </a:extLst>
          </p:cNvPr>
          <p:cNvSpPr txBox="1"/>
          <p:nvPr/>
        </p:nvSpPr>
        <p:spPr>
          <a:xfrm>
            <a:off x="832807" y="6112934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3200">
              <a:cs typeface="Calibri" panose="020F0502020204030204" pitchFamily="34" charset="0"/>
            </a:endParaRPr>
          </a:p>
        </p:txBody>
      </p:sp>
      <p:sp>
        <p:nvSpPr>
          <p:cNvPr id="17" name="AutoShape 10">
            <a:extLst>
              <a:ext uri="{FF2B5EF4-FFF2-40B4-BE49-F238E27FC236}">
                <a16:creationId xmlns:a16="http://schemas.microsoft.com/office/drawing/2014/main" id="{F3C850F4-FDFF-3344-6D70-55F6D5EAA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23" y="1521654"/>
            <a:ext cx="2228707" cy="468000"/>
          </a:xfrm>
          <a:prstGeom prst="roundRect">
            <a:avLst>
              <a:gd name="adj" fmla="val 9580"/>
            </a:avLst>
          </a:prstGeom>
          <a:solidFill>
            <a:schemeClr val="bg1">
              <a:lumMod val="7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6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96000" tIns="36000" rIns="96000" bIns="36000" numCol="1" spcCol="1270" anchor="ctr" anchorCtr="0">
            <a:noAutofit/>
          </a:bodyPr>
          <a:lstStyle/>
          <a:p>
            <a:pPr defTabSz="2903994">
              <a:spcBef>
                <a:spcPct val="0"/>
              </a:spcBef>
            </a:pPr>
            <a:r>
              <a:rPr lang="de-DE" sz="1400">
                <a:cs typeface="Calibri" panose="020F0502020204030204" pitchFamily="34" charset="0"/>
              </a:rPr>
              <a:t>1. Telefon-Bot</a:t>
            </a:r>
          </a:p>
        </p:txBody>
      </p:sp>
      <p:sp>
        <p:nvSpPr>
          <p:cNvPr id="19" name="AutoShape 10">
            <a:extLst>
              <a:ext uri="{FF2B5EF4-FFF2-40B4-BE49-F238E27FC236}">
                <a16:creationId xmlns:a16="http://schemas.microsoft.com/office/drawing/2014/main" id="{D68AA60D-FAAD-6857-1ABB-3EF6DCE36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23" y="2079342"/>
            <a:ext cx="2228707" cy="468000"/>
          </a:xfrm>
          <a:prstGeom prst="roundRect">
            <a:avLst>
              <a:gd name="adj" fmla="val 4699"/>
            </a:avLst>
          </a:prstGeom>
          <a:solidFill>
            <a:srgbClr val="174290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6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96000" tIns="36000" rIns="96000" bIns="36000" numCol="1" spcCol="1270" anchor="ctr" anchorCtr="0">
            <a:noAutofit/>
          </a:bodyPr>
          <a:lstStyle/>
          <a:p>
            <a:pPr defTabSz="2903994">
              <a:spcBef>
                <a:spcPct val="0"/>
              </a:spcBef>
            </a:pPr>
            <a:r>
              <a:rPr lang="de-DE" sz="1400">
                <a:cs typeface="Calibri" panose="020F0502020204030204" pitchFamily="34" charset="0"/>
              </a:rPr>
              <a:t>2. Data Engineering</a:t>
            </a:r>
          </a:p>
        </p:txBody>
      </p:sp>
      <p:sp>
        <p:nvSpPr>
          <p:cNvPr id="20" name="AutoShape 10">
            <a:extLst>
              <a:ext uri="{FF2B5EF4-FFF2-40B4-BE49-F238E27FC236}">
                <a16:creationId xmlns:a16="http://schemas.microsoft.com/office/drawing/2014/main" id="{C5F605FB-7824-255B-791C-95142A52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23" y="2637030"/>
            <a:ext cx="2228707" cy="468000"/>
          </a:xfrm>
          <a:prstGeom prst="roundRect">
            <a:avLst>
              <a:gd name="adj" fmla="val 7338"/>
            </a:avLst>
          </a:prstGeom>
          <a:solidFill>
            <a:schemeClr val="bg1">
              <a:lumMod val="7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6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96000" tIns="36000" rIns="96000" bIns="36000" numCol="1" spcCol="1270" anchor="ctr" anchorCtr="0">
            <a:noAutofit/>
          </a:bodyPr>
          <a:lstStyle/>
          <a:p>
            <a:pPr defTabSz="2903994">
              <a:spcBef>
                <a:spcPct val="0"/>
              </a:spcBef>
            </a:pPr>
            <a:r>
              <a:rPr lang="de-DE" sz="1400">
                <a:cs typeface="Calibri" panose="020F0502020204030204" pitchFamily="34" charset="0"/>
              </a:rPr>
              <a:t>3. KI Nutzung im Vertrieb</a:t>
            </a:r>
          </a:p>
        </p:txBody>
      </p:sp>
      <p:sp>
        <p:nvSpPr>
          <p:cNvPr id="23" name="AutoShape 10">
            <a:extLst>
              <a:ext uri="{FF2B5EF4-FFF2-40B4-BE49-F238E27FC236}">
                <a16:creationId xmlns:a16="http://schemas.microsoft.com/office/drawing/2014/main" id="{09C3910B-F2E2-9B19-80FC-1C86D9B65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23" y="3194718"/>
            <a:ext cx="2228707" cy="468000"/>
          </a:xfrm>
          <a:prstGeom prst="roundRect">
            <a:avLst>
              <a:gd name="adj" fmla="val 3523"/>
            </a:avLst>
          </a:prstGeom>
          <a:solidFill>
            <a:schemeClr val="bg1">
              <a:lumMod val="7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6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96000" tIns="36000" rIns="96000" bIns="36000" numCol="1" spcCol="1270" anchor="ctr" anchorCtr="0">
            <a:noAutofit/>
          </a:bodyPr>
          <a:lstStyle/>
          <a:p>
            <a:pPr defTabSz="2903994">
              <a:spcBef>
                <a:spcPct val="0"/>
              </a:spcBef>
            </a:pPr>
            <a:r>
              <a:rPr lang="de-DE" sz="1400">
                <a:cs typeface="Calibri" panose="020F0502020204030204" pitchFamily="34" charset="0"/>
              </a:rPr>
              <a:t>4. M365 </a:t>
            </a:r>
            <a:r>
              <a:rPr lang="de-DE" sz="1400" err="1">
                <a:cs typeface="Calibri" panose="020F0502020204030204" pitchFamily="34" charset="0"/>
              </a:rPr>
              <a:t>Sharepoint</a:t>
            </a:r>
            <a:endParaRPr lang="de-DE" sz="1400">
              <a:cs typeface="Calibri" panose="020F0502020204030204" pitchFamily="34" charset="0"/>
            </a:endParaRPr>
          </a:p>
        </p:txBody>
      </p:sp>
      <p:sp>
        <p:nvSpPr>
          <p:cNvPr id="5" name="AutoShape 10">
            <a:extLst>
              <a:ext uri="{FF2B5EF4-FFF2-40B4-BE49-F238E27FC236}">
                <a16:creationId xmlns:a16="http://schemas.microsoft.com/office/drawing/2014/main" id="{007C2CC1-6948-D5B0-8B30-6E1FD4227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23" y="3752406"/>
            <a:ext cx="2228707" cy="468000"/>
          </a:xfrm>
          <a:prstGeom prst="roundRect">
            <a:avLst>
              <a:gd name="adj" fmla="val 3523"/>
            </a:avLst>
          </a:prstGeom>
          <a:solidFill>
            <a:schemeClr val="bg1">
              <a:lumMod val="7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6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96000" tIns="36000" rIns="96000" bIns="36000" numCol="1" spcCol="1270" anchor="ctr" anchorCtr="0">
            <a:noAutofit/>
          </a:bodyPr>
          <a:lstStyle/>
          <a:p>
            <a:pPr defTabSz="2903994">
              <a:spcBef>
                <a:spcPct val="0"/>
              </a:spcBef>
            </a:pPr>
            <a:r>
              <a:rPr lang="de-DE" sz="1400">
                <a:cs typeface="Calibri" panose="020F0502020204030204" pitchFamily="34" charset="0"/>
              </a:rPr>
              <a:t>5. Agenten für Einkaufspreise</a:t>
            </a:r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EE961ADF-44A2-7C0E-1A03-A40F5BA2C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23" y="4310094"/>
            <a:ext cx="2228707" cy="468000"/>
          </a:xfrm>
          <a:prstGeom prst="roundRect">
            <a:avLst>
              <a:gd name="adj" fmla="val 3523"/>
            </a:avLst>
          </a:prstGeom>
          <a:solidFill>
            <a:schemeClr val="bg1">
              <a:lumMod val="7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6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96000" tIns="36000" rIns="96000" bIns="36000" numCol="1" spcCol="1270" anchor="ctr" anchorCtr="0">
            <a:noAutofit/>
          </a:bodyPr>
          <a:lstStyle/>
          <a:p>
            <a:pPr defTabSz="2903994">
              <a:spcBef>
                <a:spcPct val="0"/>
              </a:spcBef>
            </a:pPr>
            <a:r>
              <a:rPr lang="de-DE" sz="1400">
                <a:cs typeface="Calibri" panose="020F0502020204030204" pitchFamily="34" charset="0"/>
              </a:rPr>
              <a:t>6. GitHub Einführung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32133C5D-28D3-3C0F-1AE3-039BB57A5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23" y="4867782"/>
            <a:ext cx="2228707" cy="468000"/>
          </a:xfrm>
          <a:prstGeom prst="roundRect">
            <a:avLst>
              <a:gd name="adj" fmla="val 3523"/>
            </a:avLst>
          </a:prstGeom>
          <a:solidFill>
            <a:schemeClr val="bg1">
              <a:lumMod val="7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6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96000" tIns="36000" rIns="96000" bIns="36000" numCol="1" spcCol="1270" anchor="ctr" anchorCtr="0">
            <a:noAutofit/>
          </a:bodyPr>
          <a:lstStyle/>
          <a:p>
            <a:pPr defTabSz="2903994">
              <a:spcBef>
                <a:spcPct val="0"/>
              </a:spcBef>
            </a:pPr>
            <a:r>
              <a:rPr lang="de-DE" sz="1400">
                <a:cs typeface="Calibri" panose="020F0502020204030204" pitchFamily="34" charset="0"/>
              </a:rPr>
              <a:t>7. Autodesk Vault Einführung</a:t>
            </a: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B486407F-5190-6B39-28E4-003E4FABB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23" y="5425470"/>
            <a:ext cx="2228707" cy="468000"/>
          </a:xfrm>
          <a:prstGeom prst="roundRect">
            <a:avLst>
              <a:gd name="adj" fmla="val 3523"/>
            </a:avLst>
          </a:prstGeom>
          <a:solidFill>
            <a:schemeClr val="bg1">
              <a:lumMod val="7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6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96000" tIns="36000" rIns="96000" bIns="36000" numCol="1" spcCol="1270" anchor="ctr" anchorCtr="0">
            <a:noAutofit/>
          </a:bodyPr>
          <a:lstStyle/>
          <a:p>
            <a:pPr defTabSz="2903994">
              <a:spcBef>
                <a:spcPct val="0"/>
              </a:spcBef>
            </a:pPr>
            <a:r>
              <a:rPr lang="de-DE" sz="1400">
                <a:cs typeface="Calibri" panose="020F0502020204030204" pitchFamily="34" charset="0"/>
              </a:rPr>
              <a:t>8. ODOO Einführung</a:t>
            </a:r>
          </a:p>
        </p:txBody>
      </p:sp>
      <p:sp>
        <p:nvSpPr>
          <p:cNvPr id="10" name="AutoShape 10">
            <a:extLst>
              <a:ext uri="{FF2B5EF4-FFF2-40B4-BE49-F238E27FC236}">
                <a16:creationId xmlns:a16="http://schemas.microsoft.com/office/drawing/2014/main" id="{8D24E287-D32C-83BE-6F78-228A6BB8A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223" y="5983162"/>
            <a:ext cx="2228707" cy="468000"/>
          </a:xfrm>
          <a:prstGeom prst="roundRect">
            <a:avLst>
              <a:gd name="adj" fmla="val 3523"/>
            </a:avLst>
          </a:prstGeom>
          <a:solidFill>
            <a:schemeClr val="bg1">
              <a:lumMod val="75000"/>
            </a:schemeClr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alpha val="90000"/>
              <a:hueOff val="0"/>
              <a:satOff val="0"/>
              <a:lumOff val="0"/>
              <a:alphaOff val="-40000"/>
            </a:schemeClr>
          </a:fillRef>
          <a:effectRef idx="2">
            <a:schemeClr val="accent6">
              <a:alpha val="90000"/>
              <a:hueOff val="0"/>
              <a:satOff val="0"/>
              <a:lumOff val="0"/>
              <a:alphaOff val="-40000"/>
            </a:schemeClr>
          </a:effectRef>
          <a:fontRef idx="minor">
            <a:schemeClr val="lt1"/>
          </a:fontRef>
        </p:style>
        <p:txBody>
          <a:bodyPr spcFirstLastPara="0" vert="horz" wrap="square" lIns="96000" tIns="36000" rIns="96000" bIns="36000" numCol="1" spcCol="1270" anchor="ctr" anchorCtr="0">
            <a:noAutofit/>
          </a:bodyPr>
          <a:lstStyle/>
          <a:p>
            <a:pPr defTabSz="2903994">
              <a:spcBef>
                <a:spcPct val="0"/>
              </a:spcBef>
            </a:pPr>
            <a:r>
              <a:rPr lang="de-DE" sz="1400">
                <a:cs typeface="Calibri" panose="020F0502020204030204" pitchFamily="34" charset="0"/>
              </a:rPr>
              <a:t>9. PMO Transformationsprozess</a:t>
            </a:r>
          </a:p>
        </p:txBody>
      </p:sp>
    </p:spTree>
    <p:extLst>
      <p:ext uri="{BB962C8B-B14F-4D97-AF65-F5344CB8AC3E}">
        <p14:creationId xmlns:p14="http://schemas.microsoft.com/office/powerpoint/2010/main" val="69370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99034D-C4DA-F51D-1827-74F169C0C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ToDos – Data Engineering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27784D-833F-F3AE-5155-F355578A5F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015B65-83BD-6FF6-8B30-1B59101ABF2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2587" y="1454709"/>
            <a:ext cx="4667024" cy="503584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SQL-Datenbank – Zugriff </a:t>
            </a:r>
            <a:r>
              <a:rPr lang="de-DE" dirty="0">
                <a:sym typeface="Wingdings" panose="05000000000000000000" pitchFamily="2" charset="2"/>
              </a:rPr>
              <a:t> Kopie? (ca. 6 GB)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sym typeface="Wingdings" panose="05000000000000000000" pitchFamily="2" charset="2"/>
              </a:rPr>
              <a:t>Nutzer mit </a:t>
            </a:r>
            <a:r>
              <a:rPr lang="de-DE" dirty="0" err="1">
                <a:sym typeface="Wingdings" panose="05000000000000000000" pitchFamily="2" charset="2"/>
              </a:rPr>
              <a:t>auschließlich</a:t>
            </a:r>
            <a:r>
              <a:rPr lang="de-DE" dirty="0">
                <a:sym typeface="Wingdings" panose="05000000000000000000" pitchFamily="2" charset="2"/>
              </a:rPr>
              <a:t> Leserechte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DB-Dump – auf lokalen Rechner ziehen </a:t>
            </a:r>
            <a:r>
              <a:rPr lang="de-DE" dirty="0">
                <a:sym typeface="Wingdings" panose="05000000000000000000" pitchFamily="2" charset="2"/>
              </a:rPr>
              <a:t> Produktivdaten nicht gefährden/Performance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de-DE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 err="1"/>
              <a:t>FileServer</a:t>
            </a:r>
            <a:r>
              <a:rPr lang="de-DE" dirty="0"/>
              <a:t> Zugriff (ca. 170 GB + X)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Relevante Ordner identifizieren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Kopie der Daten erstellen (nicht auf produktive Umgebung)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de-DE" dirty="0"/>
          </a:p>
          <a:p>
            <a:pPr marL="228594" lvl="1">
              <a:spcBef>
                <a:spcPts val="0"/>
              </a:spcBef>
              <a:spcAft>
                <a:spcPts val="0"/>
              </a:spcAft>
            </a:pPr>
            <a:r>
              <a:rPr lang="de-DE" sz="1600" dirty="0"/>
              <a:t>mosaiic-User anlegen</a:t>
            </a:r>
          </a:p>
          <a:p>
            <a:pPr marL="444594" lvl="2">
              <a:spcBef>
                <a:spcPts val="0"/>
              </a:spcBef>
              <a:spcAft>
                <a:spcPts val="0"/>
              </a:spcAft>
            </a:pPr>
            <a:r>
              <a:rPr lang="de-DE" sz="1600" dirty="0" err="1"/>
              <a:t>Sharepoint</a:t>
            </a:r>
            <a:endParaRPr lang="de-DE" sz="1600" dirty="0"/>
          </a:p>
          <a:p>
            <a:pPr marL="444594" lvl="2">
              <a:spcBef>
                <a:spcPts val="0"/>
              </a:spcBef>
              <a:spcAft>
                <a:spcPts val="0"/>
              </a:spcAft>
            </a:pPr>
            <a:r>
              <a:rPr lang="de-DE" sz="1600" dirty="0" err="1"/>
              <a:t>FileServer</a:t>
            </a:r>
            <a:endParaRPr lang="de-DE" sz="1600" dirty="0"/>
          </a:p>
          <a:p>
            <a:pPr marL="228594" lvl="1">
              <a:spcBef>
                <a:spcPts val="0"/>
              </a:spcBef>
              <a:spcAft>
                <a:spcPts val="0"/>
              </a:spcAft>
            </a:pPr>
            <a:endParaRPr lang="de-DE" sz="1600" dirty="0"/>
          </a:p>
          <a:p>
            <a:pPr marL="228594" lvl="1">
              <a:spcBef>
                <a:spcPts val="0"/>
              </a:spcBef>
              <a:spcAft>
                <a:spcPts val="0"/>
              </a:spcAft>
            </a:pPr>
            <a:endParaRPr lang="de-DE" sz="160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de-DE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de-DE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de-DE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2BE63F-7905-38B3-59DC-E19551F0F5F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1A75203-3B9E-4F3A-BD06-8657B07AC95E}" type="datetime1">
              <a:rPr lang="de-DE" smtClean="0"/>
              <a:t>17.07.2026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7E7A44-4D5C-D047-E7F7-FDAE0DE4188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AIRCO-Systems GmbH - BIG PICTURE: Optimierung und Digitalisierung der Prozesse  | mosaiic GmbH</a:t>
            </a:r>
          </a:p>
        </p:txBody>
      </p:sp>
      <p:sp>
        <p:nvSpPr>
          <p:cNvPr id="7" name="Inhaltsplatzhalter 3">
            <a:extLst>
              <a:ext uri="{FF2B5EF4-FFF2-40B4-BE49-F238E27FC236}">
                <a16:creationId xmlns:a16="http://schemas.microsoft.com/office/drawing/2014/main" id="{3141AA3B-CEAD-162E-3C92-E06315FA95BD}"/>
              </a:ext>
            </a:extLst>
          </p:cNvPr>
          <p:cNvSpPr txBox="1">
            <a:spLocks/>
          </p:cNvSpPr>
          <p:nvPr/>
        </p:nvSpPr>
        <p:spPr>
          <a:xfrm>
            <a:off x="5376197" y="1454709"/>
            <a:ext cx="4667024" cy="50358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594" indent="-1800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32000" indent="-1800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8000" indent="-1800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28000" indent="-1800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008000" indent="-1800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188000" indent="-18000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332000" indent="-18000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76000" indent="-18000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de-DE" dirty="0"/>
              <a:t>xxx</a:t>
            </a:r>
            <a:endParaRPr lang="de-DE" sz="1600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de-DE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de-DE" dirty="0"/>
          </a:p>
          <a:p>
            <a:pPr lvl="1">
              <a:spcBef>
                <a:spcPts val="0"/>
              </a:spcBef>
              <a:spcAft>
                <a:spcPts val="0"/>
              </a:spcAft>
            </a:pPr>
            <a:endParaRPr lang="de-DE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861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hteck: abgerundete Ecken 72">
            <a:extLst>
              <a:ext uri="{FF2B5EF4-FFF2-40B4-BE49-F238E27FC236}">
                <a16:creationId xmlns:a16="http://schemas.microsoft.com/office/drawing/2014/main" id="{4C024796-D4BC-6DEE-CA4E-760CCCF82AAC}"/>
              </a:ext>
            </a:extLst>
          </p:cNvPr>
          <p:cNvSpPr/>
          <p:nvPr/>
        </p:nvSpPr>
        <p:spPr>
          <a:xfrm>
            <a:off x="9286875" y="4881734"/>
            <a:ext cx="2905125" cy="1519158"/>
          </a:xfrm>
          <a:prstGeom prst="roundRect">
            <a:avLst>
              <a:gd name="adj" fmla="val 565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endParaRPr lang="de-DE" sz="1800" err="1">
              <a:solidFill>
                <a:schemeClr val="bg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C2CA033-3B50-64D1-4A1A-D4A0C8D6CD1E}"/>
              </a:ext>
            </a:extLst>
          </p:cNvPr>
          <p:cNvSpPr/>
          <p:nvPr/>
        </p:nvSpPr>
        <p:spPr>
          <a:xfrm>
            <a:off x="97648" y="1437158"/>
            <a:ext cx="2362195" cy="373028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1200" b="1" dirty="0">
                <a:solidFill>
                  <a:schemeClr val="tx1"/>
                </a:solidFill>
              </a:rPr>
              <a:t>Server </a:t>
            </a:r>
            <a:r>
              <a:rPr lang="de-DE" sz="900" b="1" dirty="0">
                <a:solidFill>
                  <a:schemeClr val="tx1"/>
                </a:solidFill>
              </a:rPr>
              <a:t>(</a:t>
            </a:r>
            <a:r>
              <a:rPr lang="de-DE" sz="900" b="1" dirty="0" err="1">
                <a:solidFill>
                  <a:schemeClr val="tx1"/>
                </a:solidFill>
              </a:rPr>
              <a:t>Win</a:t>
            </a:r>
            <a:r>
              <a:rPr lang="de-DE" sz="900" b="1" dirty="0">
                <a:solidFill>
                  <a:schemeClr val="tx1"/>
                </a:solidFill>
              </a:rPr>
              <a:t> Server 2019 Standard) kein Rack</a:t>
            </a:r>
            <a:endParaRPr lang="de-DE" sz="1200" b="1" dirty="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1775FF1-38A1-6CAD-06FC-9AEF9093FC26}"/>
              </a:ext>
            </a:extLst>
          </p:cNvPr>
          <p:cNvSpPr/>
          <p:nvPr/>
        </p:nvSpPr>
        <p:spPr>
          <a:xfrm>
            <a:off x="615023" y="1900964"/>
            <a:ext cx="1751598" cy="15915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600" b="1" err="1">
                <a:solidFill>
                  <a:schemeClr val="tx1"/>
                </a:solidFill>
              </a:rPr>
              <a:t>Win</a:t>
            </a:r>
            <a:r>
              <a:rPr lang="de-DE" sz="600" b="1">
                <a:solidFill>
                  <a:schemeClr val="tx1"/>
                </a:solidFill>
              </a:rPr>
              <a:t> Terminal Server (TSFAM) 2x </a:t>
            </a:r>
            <a:r>
              <a:rPr lang="de-DE" sz="600" b="1" err="1">
                <a:solidFill>
                  <a:schemeClr val="tx1"/>
                </a:solidFill>
              </a:rPr>
              <a:t>hot</a:t>
            </a:r>
            <a:r>
              <a:rPr lang="de-DE" sz="600" b="1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80" name="Rechteck: abgerundete Ecken 79">
            <a:extLst>
              <a:ext uri="{FF2B5EF4-FFF2-40B4-BE49-F238E27FC236}">
                <a16:creationId xmlns:a16="http://schemas.microsoft.com/office/drawing/2014/main" id="{3E67EB32-B0AC-C663-0D84-BEF6E5C6A969}"/>
              </a:ext>
            </a:extLst>
          </p:cNvPr>
          <p:cNvSpPr/>
          <p:nvPr/>
        </p:nvSpPr>
        <p:spPr>
          <a:xfrm>
            <a:off x="7864502" y="2507015"/>
            <a:ext cx="1663200" cy="947991"/>
          </a:xfrm>
          <a:prstGeom prst="roundRect">
            <a:avLst>
              <a:gd name="adj" fmla="val 5652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endParaRPr lang="de-DE" sz="1800" err="1">
              <a:solidFill>
                <a:schemeClr val="bg1"/>
              </a:solidFill>
            </a:endParaRPr>
          </a:p>
        </p:txBody>
      </p:sp>
      <p:sp>
        <p:nvSpPr>
          <p:cNvPr id="78" name="Rechteck: abgerundete Ecken 77">
            <a:extLst>
              <a:ext uri="{FF2B5EF4-FFF2-40B4-BE49-F238E27FC236}">
                <a16:creationId xmlns:a16="http://schemas.microsoft.com/office/drawing/2014/main" id="{B1B40879-4C24-2868-FD97-2B6B0B156936}"/>
              </a:ext>
            </a:extLst>
          </p:cNvPr>
          <p:cNvSpPr/>
          <p:nvPr/>
        </p:nvSpPr>
        <p:spPr>
          <a:xfrm>
            <a:off x="9614544" y="3814479"/>
            <a:ext cx="2577456" cy="986890"/>
          </a:xfrm>
          <a:prstGeom prst="roundRect">
            <a:avLst>
              <a:gd name="adj" fmla="val 5652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endParaRPr lang="de-DE" sz="1800" err="1">
              <a:solidFill>
                <a:schemeClr val="bg1"/>
              </a:solidFill>
            </a:endParaRPr>
          </a:p>
        </p:txBody>
      </p: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96C5D4E5-89D9-93B4-0347-DB1531133572}"/>
              </a:ext>
            </a:extLst>
          </p:cNvPr>
          <p:cNvSpPr/>
          <p:nvPr/>
        </p:nvSpPr>
        <p:spPr>
          <a:xfrm>
            <a:off x="9615858" y="2500309"/>
            <a:ext cx="2576142" cy="1241189"/>
          </a:xfrm>
          <a:prstGeom prst="roundRect">
            <a:avLst>
              <a:gd name="adj" fmla="val 5652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endParaRPr lang="de-DE" sz="1800" err="1">
              <a:solidFill>
                <a:schemeClr val="bg1"/>
              </a:solidFill>
            </a:endParaRPr>
          </a:p>
        </p:txBody>
      </p:sp>
      <p:sp>
        <p:nvSpPr>
          <p:cNvPr id="75" name="Rechteck: abgerundete Ecken 74">
            <a:extLst>
              <a:ext uri="{FF2B5EF4-FFF2-40B4-BE49-F238E27FC236}">
                <a16:creationId xmlns:a16="http://schemas.microsoft.com/office/drawing/2014/main" id="{613A274B-21C4-F73A-4699-B87CA1FBA61E}"/>
              </a:ext>
            </a:extLst>
          </p:cNvPr>
          <p:cNvSpPr/>
          <p:nvPr/>
        </p:nvSpPr>
        <p:spPr>
          <a:xfrm>
            <a:off x="7852620" y="1109258"/>
            <a:ext cx="4339380" cy="1325923"/>
          </a:xfrm>
          <a:prstGeom prst="roundRect">
            <a:avLst>
              <a:gd name="adj" fmla="val 5652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endParaRPr lang="de-DE" sz="1800" err="1">
              <a:solidFill>
                <a:schemeClr val="bg1"/>
              </a:solidFill>
            </a:endParaRPr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205618FC-5B04-5189-D0D2-11A93ACC168A}"/>
              </a:ext>
            </a:extLst>
          </p:cNvPr>
          <p:cNvSpPr/>
          <p:nvPr/>
        </p:nvSpPr>
        <p:spPr>
          <a:xfrm>
            <a:off x="4149447" y="4614826"/>
            <a:ext cx="1490134" cy="14369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1200" b="1">
                <a:solidFill>
                  <a:schemeClr val="tx1"/>
                </a:solidFill>
              </a:rPr>
              <a:t>SAAS - Cloud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ACFD839-32ED-2CFD-440B-A6CA45C48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AIRCO IT-Landschaft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A33928-2D1D-8490-0E98-F0C9176C43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Stand 27.05.2026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C42F1C0-5A45-96DE-E03D-786FA4A28E1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27.05.2026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7A4889-1D34-13D6-DCA5-16930ECEC45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/>
              <a:t>AIRCO-Systems GmbH - EXPLORE: Optimierung und Digitalisierung der Prozesse  | mosaiic GmbH</a:t>
            </a:r>
          </a:p>
        </p:txBody>
      </p:sp>
      <p:pic>
        <p:nvPicPr>
          <p:cNvPr id="46" name="Grafik 45" descr="Laptop mit einfarbiger Füllung">
            <a:extLst>
              <a:ext uri="{FF2B5EF4-FFF2-40B4-BE49-F238E27FC236}">
                <a16:creationId xmlns:a16="http://schemas.microsoft.com/office/drawing/2014/main" id="{EC66AA9C-029B-1BC8-85B1-A9D477D968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54618" y="1142579"/>
            <a:ext cx="554858" cy="554858"/>
          </a:xfrm>
          <a:prstGeom prst="rect">
            <a:avLst/>
          </a:prstGeom>
        </p:spPr>
      </p:pic>
      <p:pic>
        <p:nvPicPr>
          <p:cNvPr id="50" name="Grafik 49" descr="Computer mit einfarbiger Füllung">
            <a:extLst>
              <a:ext uri="{FF2B5EF4-FFF2-40B4-BE49-F238E27FC236}">
                <a16:creationId xmlns:a16="http://schemas.microsoft.com/office/drawing/2014/main" id="{120B5244-BF72-B475-82A3-2F4A0107EE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8535" y="1097584"/>
            <a:ext cx="604109" cy="604109"/>
          </a:xfrm>
          <a:prstGeom prst="rect">
            <a:avLst/>
          </a:prstGeom>
        </p:spPr>
      </p:pic>
      <p:sp>
        <p:nvSpPr>
          <p:cNvPr id="58" name="Rechteck 57">
            <a:extLst>
              <a:ext uri="{FF2B5EF4-FFF2-40B4-BE49-F238E27FC236}">
                <a16:creationId xmlns:a16="http://schemas.microsoft.com/office/drawing/2014/main" id="{39EE335F-7ABC-FA6C-0981-0454E3516415}"/>
              </a:ext>
            </a:extLst>
          </p:cNvPr>
          <p:cNvSpPr/>
          <p:nvPr/>
        </p:nvSpPr>
        <p:spPr>
          <a:xfrm>
            <a:off x="11175074" y="1237157"/>
            <a:ext cx="914400" cy="18825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600">
                <a:solidFill>
                  <a:schemeClr val="tx1"/>
                </a:solidFill>
              </a:rPr>
              <a:t>Lokale Festplatte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4AA348B-FE04-3390-C761-8D552C0E462B}"/>
              </a:ext>
            </a:extLst>
          </p:cNvPr>
          <p:cNvSpPr/>
          <p:nvPr/>
        </p:nvSpPr>
        <p:spPr>
          <a:xfrm>
            <a:off x="11195437" y="1898121"/>
            <a:ext cx="878950" cy="23674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de-DE" sz="700">
                <a:solidFill>
                  <a:schemeClr val="tx1"/>
                </a:solidFill>
              </a:rPr>
              <a:t>Ext. Festplatte</a:t>
            </a:r>
            <a:br>
              <a:rPr lang="de-DE" sz="700">
                <a:solidFill>
                  <a:schemeClr val="tx1"/>
                </a:solidFill>
              </a:rPr>
            </a:br>
            <a:r>
              <a:rPr lang="de-DE" sz="500">
                <a:solidFill>
                  <a:schemeClr val="tx1"/>
                </a:solidFill>
              </a:rPr>
              <a:t>Backup alle 2 Wochen</a:t>
            </a:r>
            <a:endParaRPr lang="de-DE" sz="700">
              <a:solidFill>
                <a:schemeClr val="tx1"/>
              </a:solidFill>
            </a:endParaRPr>
          </a:p>
        </p:txBody>
      </p: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0F88715E-F94B-DA9B-380D-063D487E7766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>
            <a:off x="11632274" y="1425414"/>
            <a:ext cx="2638" cy="47270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EF18B6E6-783C-B6A4-8C48-82D9474CC760}"/>
              </a:ext>
            </a:extLst>
          </p:cNvPr>
          <p:cNvGrpSpPr/>
          <p:nvPr/>
        </p:nvGrpSpPr>
        <p:grpSpPr>
          <a:xfrm>
            <a:off x="10073976" y="1181367"/>
            <a:ext cx="590125" cy="564118"/>
            <a:chOff x="8101725" y="2531560"/>
            <a:chExt cx="927976" cy="887081"/>
          </a:xfrm>
        </p:grpSpPr>
        <p:pic>
          <p:nvPicPr>
            <p:cNvPr id="38" name="Grafik 37" descr="Männliches Profil mit einfarbiger Füllung">
              <a:extLst>
                <a:ext uri="{FF2B5EF4-FFF2-40B4-BE49-F238E27FC236}">
                  <a16:creationId xmlns:a16="http://schemas.microsoft.com/office/drawing/2014/main" id="{50CB8F55-4778-B992-C59C-2F092C810E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06144" y="2531560"/>
              <a:ext cx="719138" cy="719137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A3A253AA-3897-75C4-AEBC-0BF90AADD9B3}"/>
                </a:ext>
              </a:extLst>
            </p:cNvPr>
            <p:cNvSpPr txBox="1"/>
            <p:nvPr/>
          </p:nvSpPr>
          <p:spPr>
            <a:xfrm>
              <a:off x="8101725" y="3166113"/>
              <a:ext cx="927976" cy="252528"/>
            </a:xfrm>
            <a:prstGeom prst="rect">
              <a:avLst/>
            </a:prstGeom>
          </p:spPr>
          <p:txBody>
            <a:bodyPr vert="horz" wrap="square" lIns="72000" tIns="36000" rIns="72000" bIns="36000" rtlCol="0" anchor="t" anchorCtr="0">
              <a:noAutofit/>
            </a:bodyPr>
            <a:lstStyle/>
            <a:p>
              <a:pPr algn="ctr"/>
              <a:r>
                <a:rPr lang="de-DE" sz="600">
                  <a:solidFill>
                    <a:schemeClr val="tx1"/>
                  </a:solidFill>
                </a:rPr>
                <a:t>Konstruktion</a:t>
              </a:r>
            </a:p>
          </p:txBody>
        </p:sp>
      </p:grpSp>
      <p:pic>
        <p:nvPicPr>
          <p:cNvPr id="1026" name="Picture 2" descr="What is the Microsoft Windows Server platform?">
            <a:extLst>
              <a:ext uri="{FF2B5EF4-FFF2-40B4-BE49-F238E27FC236}">
                <a16:creationId xmlns:a16="http://schemas.microsoft.com/office/drawing/2014/main" id="{DE63E2CE-E169-D58B-3A5A-D045CCAAE7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68" t="23333" r="23968" b="23333"/>
          <a:stretch>
            <a:fillRect/>
          </a:stretch>
        </p:blipFill>
        <p:spPr bwMode="auto">
          <a:xfrm>
            <a:off x="10650266" y="1265850"/>
            <a:ext cx="180323" cy="18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9E2F175C-332C-15F9-53A7-11BE1B0A53C5}"/>
              </a:ext>
            </a:extLst>
          </p:cNvPr>
          <p:cNvSpPr/>
          <p:nvPr/>
        </p:nvSpPr>
        <p:spPr>
          <a:xfrm>
            <a:off x="9872323" y="1754528"/>
            <a:ext cx="1260321" cy="1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Autodesk Inventor </a:t>
            </a:r>
          </a:p>
          <a:p>
            <a:r>
              <a:rPr lang="de-DE" sz="500">
                <a:solidFill>
                  <a:schemeClr val="tx1"/>
                </a:solidFill>
              </a:rPr>
              <a:t>(3D-Zeichnungen, Fräsprogramme)</a:t>
            </a:r>
            <a:endParaRPr lang="de-DE" sz="600">
              <a:solidFill>
                <a:schemeClr val="tx1"/>
              </a:solidFill>
            </a:endParaRPr>
          </a:p>
        </p:txBody>
      </p:sp>
      <p:sp>
        <p:nvSpPr>
          <p:cNvPr id="85" name="Rechteck: abgerundete Ecken 84">
            <a:extLst>
              <a:ext uri="{FF2B5EF4-FFF2-40B4-BE49-F238E27FC236}">
                <a16:creationId xmlns:a16="http://schemas.microsoft.com/office/drawing/2014/main" id="{383A11C3-B2A9-E5CF-4E61-F2BB9D344F03}"/>
              </a:ext>
            </a:extLst>
          </p:cNvPr>
          <p:cNvSpPr/>
          <p:nvPr/>
        </p:nvSpPr>
        <p:spPr>
          <a:xfrm>
            <a:off x="9872323" y="1977018"/>
            <a:ext cx="1256199" cy="1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Autodesk AutoCAD </a:t>
            </a:r>
          </a:p>
          <a:p>
            <a:r>
              <a:rPr lang="de-DE" sz="500">
                <a:solidFill>
                  <a:schemeClr val="tx1"/>
                </a:solidFill>
              </a:rPr>
              <a:t>(2D z.B. Fließschemen)</a:t>
            </a:r>
            <a:endParaRPr lang="de-DE" sz="60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0E7171D-260F-D906-034F-33147B575F47}"/>
              </a:ext>
            </a:extLst>
          </p:cNvPr>
          <p:cNvSpPr/>
          <p:nvPr/>
        </p:nvSpPr>
        <p:spPr>
          <a:xfrm>
            <a:off x="742005" y="2085449"/>
            <a:ext cx="1624615" cy="122102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800" dirty="0">
                <a:solidFill>
                  <a:schemeClr val="tx1"/>
                </a:solidFill>
              </a:rPr>
              <a:t>File Server (1 TB – 70%)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9DA725C-9DD0-304C-A624-CE80620DE790}"/>
              </a:ext>
            </a:extLst>
          </p:cNvPr>
          <p:cNvSpPr/>
          <p:nvPr/>
        </p:nvSpPr>
        <p:spPr>
          <a:xfrm>
            <a:off x="830945" y="2283897"/>
            <a:ext cx="1484289" cy="15128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de-DE" sz="600">
                <a:solidFill>
                  <a:schemeClr val="tx1"/>
                </a:solidFill>
              </a:rPr>
              <a:t>R:// Organisation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A2B19E3-B642-9A27-A58F-5DB8CD17A9FA}"/>
              </a:ext>
            </a:extLst>
          </p:cNvPr>
          <p:cNvSpPr/>
          <p:nvPr/>
        </p:nvSpPr>
        <p:spPr>
          <a:xfrm>
            <a:off x="830945" y="2459265"/>
            <a:ext cx="1484289" cy="21987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 dirty="0">
                <a:solidFill>
                  <a:schemeClr val="tx1"/>
                </a:solidFill>
              </a:rPr>
              <a:t>H:// User und Mgt / Personal </a:t>
            </a:r>
            <a:r>
              <a:rPr lang="de-DE" sz="600" dirty="0">
                <a:solidFill>
                  <a:schemeClr val="tx1"/>
                </a:solidFill>
                <a:sym typeface="Wingdings" panose="05000000000000000000" pitchFamily="2" charset="2"/>
              </a:rPr>
              <a:t> GF-Spezial</a:t>
            </a:r>
            <a:endParaRPr lang="de-DE" sz="600" dirty="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DBBE572-285F-96B4-F704-C7D63E7A35DF}"/>
              </a:ext>
            </a:extLst>
          </p:cNvPr>
          <p:cNvSpPr/>
          <p:nvPr/>
        </p:nvSpPr>
        <p:spPr>
          <a:xfrm>
            <a:off x="830945" y="2715601"/>
            <a:ext cx="1484289" cy="15817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S:// ??? Altlast, Scans, ...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F7FCA37E-6D48-30D0-9D65-6682F0C1F2BD}"/>
              </a:ext>
            </a:extLst>
          </p:cNvPr>
          <p:cNvSpPr/>
          <p:nvPr/>
        </p:nvSpPr>
        <p:spPr>
          <a:xfrm>
            <a:off x="439458" y="5860009"/>
            <a:ext cx="2021718" cy="2828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DE" sz="800" dirty="0">
                <a:solidFill>
                  <a:schemeClr val="tx1"/>
                </a:solidFill>
              </a:rPr>
              <a:t>SWYXLT – Telefon-Server (von Telekom)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CB3EC89-D299-F3B4-FD7C-9BC3F972E6B8}"/>
              </a:ext>
            </a:extLst>
          </p:cNvPr>
          <p:cNvSpPr/>
          <p:nvPr/>
        </p:nvSpPr>
        <p:spPr>
          <a:xfrm>
            <a:off x="437204" y="5222297"/>
            <a:ext cx="2023972" cy="287186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 dirty="0">
                <a:solidFill>
                  <a:schemeClr val="tx1"/>
                </a:solidFill>
              </a:rPr>
              <a:t>Externe NAS (Backup) im Raum</a:t>
            </a:r>
          </a:p>
          <a:p>
            <a:r>
              <a:rPr lang="de-DE" sz="600" dirty="0">
                <a:solidFill>
                  <a:schemeClr val="tx1"/>
                </a:solidFill>
              </a:rPr>
              <a:t>E-Mail Archiv – 10 Jahre, Benutzerbezogen</a:t>
            </a:r>
          </a:p>
          <a:p>
            <a:r>
              <a:rPr lang="de-DE" sz="600" dirty="0">
                <a:solidFill>
                  <a:schemeClr val="tx1"/>
                </a:solidFill>
              </a:rPr>
              <a:t>QNAP (4 Platten) Größe ??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1E19B8CF-3106-B530-BA02-54A2EBB67E29}"/>
              </a:ext>
            </a:extLst>
          </p:cNvPr>
          <p:cNvSpPr/>
          <p:nvPr/>
        </p:nvSpPr>
        <p:spPr>
          <a:xfrm>
            <a:off x="2577456" y="4614826"/>
            <a:ext cx="1490134" cy="143433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1200" b="1">
                <a:solidFill>
                  <a:schemeClr val="tx1"/>
                </a:solidFill>
              </a:rPr>
              <a:t>M365</a:t>
            </a:r>
          </a:p>
        </p:txBody>
      </p:sp>
      <p:sp>
        <p:nvSpPr>
          <p:cNvPr id="102" name="Rechteck: abgerundete Ecken 101">
            <a:extLst>
              <a:ext uri="{FF2B5EF4-FFF2-40B4-BE49-F238E27FC236}">
                <a16:creationId xmlns:a16="http://schemas.microsoft.com/office/drawing/2014/main" id="{E8419E9A-C4D1-5C71-AD97-6EED3114AF03}"/>
              </a:ext>
            </a:extLst>
          </p:cNvPr>
          <p:cNvSpPr/>
          <p:nvPr/>
        </p:nvSpPr>
        <p:spPr>
          <a:xfrm>
            <a:off x="2617326" y="4894386"/>
            <a:ext cx="1367756" cy="12908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Office (Word, Excel, PPT)</a:t>
            </a:r>
          </a:p>
        </p:txBody>
      </p:sp>
      <p:sp>
        <p:nvSpPr>
          <p:cNvPr id="103" name="Rechteck: abgerundete Ecken 102">
            <a:extLst>
              <a:ext uri="{FF2B5EF4-FFF2-40B4-BE49-F238E27FC236}">
                <a16:creationId xmlns:a16="http://schemas.microsoft.com/office/drawing/2014/main" id="{316624D0-E1BC-2EBE-7558-6F52D3935CEA}"/>
              </a:ext>
            </a:extLst>
          </p:cNvPr>
          <p:cNvSpPr/>
          <p:nvPr/>
        </p:nvSpPr>
        <p:spPr>
          <a:xfrm>
            <a:off x="2617326" y="5063737"/>
            <a:ext cx="1367756" cy="1279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MS-Teams (Web-Konferenz)</a:t>
            </a:r>
          </a:p>
        </p:txBody>
      </p: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671A39F3-B22E-0DE6-9363-4257C770D748}"/>
              </a:ext>
            </a:extLst>
          </p:cNvPr>
          <p:cNvSpPr/>
          <p:nvPr/>
        </p:nvSpPr>
        <p:spPr>
          <a:xfrm>
            <a:off x="2617326" y="5227825"/>
            <a:ext cx="1367756" cy="10331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MS-Planner</a:t>
            </a:r>
          </a:p>
        </p:txBody>
      </p:sp>
      <p:sp>
        <p:nvSpPr>
          <p:cNvPr id="105" name="Rechteck: abgerundete Ecken 104">
            <a:extLst>
              <a:ext uri="{FF2B5EF4-FFF2-40B4-BE49-F238E27FC236}">
                <a16:creationId xmlns:a16="http://schemas.microsoft.com/office/drawing/2014/main" id="{FF6BC834-9A58-295A-F4D5-DC59736B8290}"/>
              </a:ext>
            </a:extLst>
          </p:cNvPr>
          <p:cNvSpPr/>
          <p:nvPr/>
        </p:nvSpPr>
        <p:spPr>
          <a:xfrm>
            <a:off x="2617326" y="5522385"/>
            <a:ext cx="1367756" cy="10129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OneNote</a:t>
            </a:r>
          </a:p>
        </p:txBody>
      </p:sp>
      <p:sp>
        <p:nvSpPr>
          <p:cNvPr id="106" name="Rechteck: abgerundete Ecken 105">
            <a:extLst>
              <a:ext uri="{FF2B5EF4-FFF2-40B4-BE49-F238E27FC236}">
                <a16:creationId xmlns:a16="http://schemas.microsoft.com/office/drawing/2014/main" id="{1502F0AB-EF3B-2420-2E87-74CA5FE2AB81}"/>
              </a:ext>
            </a:extLst>
          </p:cNvPr>
          <p:cNvSpPr/>
          <p:nvPr/>
        </p:nvSpPr>
        <p:spPr>
          <a:xfrm>
            <a:off x="4236048" y="5245305"/>
            <a:ext cx="1367756" cy="15345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DATEV Unternehme Online</a:t>
            </a:r>
          </a:p>
        </p:txBody>
      </p:sp>
      <p:sp>
        <p:nvSpPr>
          <p:cNvPr id="107" name="Rechteck: abgerundete Ecken 106">
            <a:extLst>
              <a:ext uri="{FF2B5EF4-FFF2-40B4-BE49-F238E27FC236}">
                <a16:creationId xmlns:a16="http://schemas.microsoft.com/office/drawing/2014/main" id="{DEC86971-C7E8-D375-D1C8-42C35F1E45AA}"/>
              </a:ext>
            </a:extLst>
          </p:cNvPr>
          <p:cNvSpPr/>
          <p:nvPr/>
        </p:nvSpPr>
        <p:spPr>
          <a:xfrm>
            <a:off x="4236048" y="5061866"/>
            <a:ext cx="1367756" cy="15345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DATEV Rechnungswesen</a:t>
            </a:r>
          </a:p>
        </p:txBody>
      </p:sp>
      <p:sp>
        <p:nvSpPr>
          <p:cNvPr id="109" name="Rechteck: abgerundete Ecken 108">
            <a:extLst>
              <a:ext uri="{FF2B5EF4-FFF2-40B4-BE49-F238E27FC236}">
                <a16:creationId xmlns:a16="http://schemas.microsoft.com/office/drawing/2014/main" id="{909F1F22-3DFB-0757-C963-2B0750426DEC}"/>
              </a:ext>
            </a:extLst>
          </p:cNvPr>
          <p:cNvSpPr/>
          <p:nvPr/>
        </p:nvSpPr>
        <p:spPr>
          <a:xfrm>
            <a:off x="4236048" y="5428744"/>
            <a:ext cx="1367756" cy="15345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 err="1">
                <a:solidFill>
                  <a:schemeClr val="tx1"/>
                </a:solidFill>
              </a:rPr>
              <a:t>Concens</a:t>
            </a:r>
            <a:r>
              <a:rPr lang="de-DE" sz="600">
                <a:solidFill>
                  <a:schemeClr val="tx1"/>
                </a:solidFill>
              </a:rPr>
              <a:t> – Zeiterfassung, </a:t>
            </a:r>
            <a:r>
              <a:rPr lang="de-DE" sz="600" err="1">
                <a:solidFill>
                  <a:schemeClr val="tx1"/>
                </a:solidFill>
              </a:rPr>
              <a:t>Urlaubsdoku</a:t>
            </a:r>
            <a:endParaRPr lang="de-DE" sz="600">
              <a:solidFill>
                <a:schemeClr val="tx1"/>
              </a:solidFill>
            </a:endParaRPr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4759B3AD-3D02-D283-5660-DDAE8A1BC759}"/>
              </a:ext>
            </a:extLst>
          </p:cNvPr>
          <p:cNvSpPr/>
          <p:nvPr/>
        </p:nvSpPr>
        <p:spPr>
          <a:xfrm>
            <a:off x="11260641" y="4990853"/>
            <a:ext cx="743266" cy="9184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1200" b="1">
                <a:solidFill>
                  <a:schemeClr val="tx1"/>
                </a:solidFill>
              </a:rPr>
              <a:t>Extern Cloud</a:t>
            </a:r>
          </a:p>
        </p:txBody>
      </p: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35DFE49D-8684-90B1-423C-0852F1FF3CE3}"/>
              </a:ext>
            </a:extLst>
          </p:cNvPr>
          <p:cNvGrpSpPr/>
          <p:nvPr/>
        </p:nvGrpSpPr>
        <p:grpSpPr>
          <a:xfrm>
            <a:off x="9440809" y="5090248"/>
            <a:ext cx="581491" cy="584127"/>
            <a:chOff x="8115300" y="2531560"/>
            <a:chExt cx="914401" cy="918545"/>
          </a:xfrm>
        </p:grpSpPr>
        <p:pic>
          <p:nvPicPr>
            <p:cNvPr id="120" name="Grafik 119" descr="Männliches Profil mit einfarbiger Füllung">
              <a:extLst>
                <a:ext uri="{FF2B5EF4-FFF2-40B4-BE49-F238E27FC236}">
                  <a16:creationId xmlns:a16="http://schemas.microsoft.com/office/drawing/2014/main" id="{C2DB1CD2-166F-908E-6C9D-CEC2CF4C5B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21663" y="2531560"/>
              <a:ext cx="719137" cy="719137"/>
            </a:xfrm>
            <a:prstGeom prst="rect">
              <a:avLst/>
            </a:prstGeom>
          </p:spPr>
        </p:pic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8E99E835-34A9-D5D9-B5B9-4D9EAD7EF954}"/>
                </a:ext>
              </a:extLst>
            </p:cNvPr>
            <p:cNvSpPr txBox="1"/>
            <p:nvPr/>
          </p:nvSpPr>
          <p:spPr>
            <a:xfrm>
              <a:off x="8115300" y="3166113"/>
              <a:ext cx="914401" cy="283992"/>
            </a:xfrm>
            <a:prstGeom prst="rect">
              <a:avLst/>
            </a:prstGeom>
          </p:spPr>
          <p:txBody>
            <a:bodyPr vert="horz" wrap="square" lIns="72000" tIns="36000" rIns="72000" bIns="36000" rtlCol="0" anchor="t" anchorCtr="0">
              <a:noAutofit/>
            </a:bodyPr>
            <a:lstStyle/>
            <a:p>
              <a:pPr algn="ctr"/>
              <a:r>
                <a:rPr lang="de-DE" sz="600"/>
                <a:t>EXTERN/</a:t>
              </a:r>
              <a:br>
                <a:rPr lang="de-DE" sz="600"/>
              </a:br>
              <a:r>
                <a:rPr lang="de-DE" sz="600"/>
                <a:t>Design</a:t>
              </a:r>
              <a:endParaRPr lang="de-DE" sz="600">
                <a:solidFill>
                  <a:schemeClr val="tx1"/>
                </a:solidFill>
              </a:endParaRPr>
            </a:p>
          </p:txBody>
        </p:sp>
      </p:grpSp>
      <p:sp>
        <p:nvSpPr>
          <p:cNvPr id="122" name="Rechteck: gefaltete Ecke 121">
            <a:extLst>
              <a:ext uri="{FF2B5EF4-FFF2-40B4-BE49-F238E27FC236}">
                <a16:creationId xmlns:a16="http://schemas.microsoft.com/office/drawing/2014/main" id="{65F896B3-7670-CDEB-70B8-F4BA11926BBC}"/>
              </a:ext>
            </a:extLst>
          </p:cNvPr>
          <p:cNvSpPr/>
          <p:nvPr/>
        </p:nvSpPr>
        <p:spPr>
          <a:xfrm>
            <a:off x="11314903" y="5453378"/>
            <a:ext cx="606740" cy="375869"/>
          </a:xfrm>
          <a:prstGeom prst="foldedCorner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600">
                <a:solidFill>
                  <a:schemeClr val="tx1"/>
                </a:solidFill>
              </a:rPr>
              <a:t>Fotos, Videos, Dokumente</a:t>
            </a:r>
          </a:p>
        </p:txBody>
      </p:sp>
      <p:sp>
        <p:nvSpPr>
          <p:cNvPr id="123" name="Rechteck: abgerundete Ecken 122">
            <a:extLst>
              <a:ext uri="{FF2B5EF4-FFF2-40B4-BE49-F238E27FC236}">
                <a16:creationId xmlns:a16="http://schemas.microsoft.com/office/drawing/2014/main" id="{CE0F55E1-2E97-95A7-0E10-0BBAECF3979D}"/>
              </a:ext>
            </a:extLst>
          </p:cNvPr>
          <p:cNvSpPr/>
          <p:nvPr/>
        </p:nvSpPr>
        <p:spPr>
          <a:xfrm>
            <a:off x="10081916" y="5038517"/>
            <a:ext cx="1078948" cy="18378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??? Adobe CC??</a:t>
            </a:r>
          </a:p>
        </p:txBody>
      </p:sp>
      <p:sp>
        <p:nvSpPr>
          <p:cNvPr id="126" name="Rechteck 125">
            <a:extLst>
              <a:ext uri="{FF2B5EF4-FFF2-40B4-BE49-F238E27FC236}">
                <a16:creationId xmlns:a16="http://schemas.microsoft.com/office/drawing/2014/main" id="{19279568-9828-E3F7-E01A-1EFECD2ACF84}"/>
              </a:ext>
            </a:extLst>
          </p:cNvPr>
          <p:cNvSpPr/>
          <p:nvPr/>
        </p:nvSpPr>
        <p:spPr>
          <a:xfrm>
            <a:off x="11175074" y="4003963"/>
            <a:ext cx="914400" cy="15586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600">
                <a:solidFill>
                  <a:schemeClr val="tx1"/>
                </a:solidFill>
              </a:rPr>
              <a:t>Lokale Festplatte</a:t>
            </a:r>
          </a:p>
        </p:txBody>
      </p:sp>
      <p:cxnSp>
        <p:nvCxnSpPr>
          <p:cNvPr id="1025" name="Gerade Verbindung mit Pfeil 1024">
            <a:extLst>
              <a:ext uri="{FF2B5EF4-FFF2-40B4-BE49-F238E27FC236}">
                <a16:creationId xmlns:a16="http://schemas.microsoft.com/office/drawing/2014/main" id="{B83BFC8A-2587-6C6F-87F1-633468E14972}"/>
              </a:ext>
            </a:extLst>
          </p:cNvPr>
          <p:cNvCxnSpPr>
            <a:cxnSpLocks/>
            <a:stCxn id="126" idx="2"/>
            <a:endCxn id="118" idx="0"/>
          </p:cNvCxnSpPr>
          <p:nvPr/>
        </p:nvCxnSpPr>
        <p:spPr>
          <a:xfrm>
            <a:off x="11632274" y="4159823"/>
            <a:ext cx="0" cy="83103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1027" name="Gruppieren 1026">
            <a:extLst>
              <a:ext uri="{FF2B5EF4-FFF2-40B4-BE49-F238E27FC236}">
                <a16:creationId xmlns:a16="http://schemas.microsoft.com/office/drawing/2014/main" id="{BFEF066E-E835-4B03-00AE-29A0E20FCD8C}"/>
              </a:ext>
            </a:extLst>
          </p:cNvPr>
          <p:cNvGrpSpPr/>
          <p:nvPr/>
        </p:nvGrpSpPr>
        <p:grpSpPr>
          <a:xfrm>
            <a:off x="10101223" y="3884337"/>
            <a:ext cx="581491" cy="584127"/>
            <a:chOff x="8115300" y="2531560"/>
            <a:chExt cx="914401" cy="918545"/>
          </a:xfrm>
        </p:grpSpPr>
        <p:pic>
          <p:nvPicPr>
            <p:cNvPr id="1028" name="Grafik 1027" descr="Männliches Profil mit einfarbiger Füllung">
              <a:extLst>
                <a:ext uri="{FF2B5EF4-FFF2-40B4-BE49-F238E27FC236}">
                  <a16:creationId xmlns:a16="http://schemas.microsoft.com/office/drawing/2014/main" id="{D35F39DB-DB08-589A-BD18-5E2356CDC3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21663" y="2531560"/>
              <a:ext cx="719137" cy="719137"/>
            </a:xfrm>
            <a:prstGeom prst="rect">
              <a:avLst/>
            </a:prstGeom>
          </p:spPr>
        </p:pic>
        <p:sp>
          <p:nvSpPr>
            <p:cNvPr id="1029" name="Textfeld 1028">
              <a:extLst>
                <a:ext uri="{FF2B5EF4-FFF2-40B4-BE49-F238E27FC236}">
                  <a16:creationId xmlns:a16="http://schemas.microsoft.com/office/drawing/2014/main" id="{05DAA00D-BF73-65B0-2432-95D5E5CD7CCD}"/>
                </a:ext>
              </a:extLst>
            </p:cNvPr>
            <p:cNvSpPr txBox="1"/>
            <p:nvPr/>
          </p:nvSpPr>
          <p:spPr>
            <a:xfrm>
              <a:off x="8115300" y="3166113"/>
              <a:ext cx="914401" cy="283992"/>
            </a:xfrm>
            <a:prstGeom prst="rect">
              <a:avLst/>
            </a:prstGeom>
          </p:spPr>
          <p:txBody>
            <a:bodyPr vert="horz" wrap="square" lIns="72000" tIns="36000" rIns="72000" bIns="36000" rtlCol="0" anchor="t" anchorCtr="0">
              <a:noAutofit/>
            </a:bodyPr>
            <a:lstStyle/>
            <a:p>
              <a:pPr algn="ctr"/>
              <a:r>
                <a:rPr lang="de-DE" sz="600">
                  <a:solidFill>
                    <a:schemeClr val="tx1"/>
                  </a:solidFill>
                </a:rPr>
                <a:t>Marketing</a:t>
              </a:r>
            </a:p>
          </p:txBody>
        </p:sp>
      </p:grpSp>
      <p:sp>
        <p:nvSpPr>
          <p:cNvPr id="1031" name="Rechteck: abgerundete Ecken 1030">
            <a:extLst>
              <a:ext uri="{FF2B5EF4-FFF2-40B4-BE49-F238E27FC236}">
                <a16:creationId xmlns:a16="http://schemas.microsoft.com/office/drawing/2014/main" id="{0B6F4A2E-314D-6600-4FDD-40B5ED865A2E}"/>
              </a:ext>
            </a:extLst>
          </p:cNvPr>
          <p:cNvSpPr/>
          <p:nvPr/>
        </p:nvSpPr>
        <p:spPr>
          <a:xfrm>
            <a:off x="10081446" y="4447427"/>
            <a:ext cx="1047076" cy="1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Adobe Reader Premium</a:t>
            </a:r>
          </a:p>
        </p:txBody>
      </p:sp>
      <p:pic>
        <p:nvPicPr>
          <p:cNvPr id="1033" name="Grafik 1032" descr="Monitor mit einfarbiger Füllung">
            <a:extLst>
              <a:ext uri="{FF2B5EF4-FFF2-40B4-BE49-F238E27FC236}">
                <a16:creationId xmlns:a16="http://schemas.microsoft.com/office/drawing/2014/main" id="{6BF3779D-B55F-1D01-E702-94329AB80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04984" y="3925160"/>
            <a:ext cx="480991" cy="480991"/>
          </a:xfrm>
          <a:prstGeom prst="rect">
            <a:avLst/>
          </a:prstGeom>
        </p:spPr>
      </p:pic>
      <p:sp>
        <p:nvSpPr>
          <p:cNvPr id="1044" name="Rechteck 1043">
            <a:extLst>
              <a:ext uri="{FF2B5EF4-FFF2-40B4-BE49-F238E27FC236}">
                <a16:creationId xmlns:a16="http://schemas.microsoft.com/office/drawing/2014/main" id="{D4958DB4-1A59-2804-4F8C-69FA88F27706}"/>
              </a:ext>
            </a:extLst>
          </p:cNvPr>
          <p:cNvSpPr/>
          <p:nvPr/>
        </p:nvSpPr>
        <p:spPr>
          <a:xfrm>
            <a:off x="7362275" y="4614825"/>
            <a:ext cx="1545529" cy="143433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1200" b="1" err="1">
                <a:solidFill>
                  <a:schemeClr val="tx1"/>
                </a:solidFill>
              </a:rPr>
              <a:t>Bitmovers</a:t>
            </a:r>
            <a:endParaRPr lang="de-DE" sz="1200" b="1">
              <a:solidFill>
                <a:schemeClr val="tx1"/>
              </a:solidFill>
            </a:endParaRPr>
          </a:p>
        </p:txBody>
      </p:sp>
      <p:sp>
        <p:nvSpPr>
          <p:cNvPr id="1045" name="Rechteck: abgerundete Ecken 1044">
            <a:extLst>
              <a:ext uri="{FF2B5EF4-FFF2-40B4-BE49-F238E27FC236}">
                <a16:creationId xmlns:a16="http://schemas.microsoft.com/office/drawing/2014/main" id="{A8BE092C-ED17-1623-E5E5-C8B477FE51A8}"/>
              </a:ext>
            </a:extLst>
          </p:cNvPr>
          <p:cNvSpPr/>
          <p:nvPr/>
        </p:nvSpPr>
        <p:spPr>
          <a:xfrm>
            <a:off x="7451161" y="5297670"/>
            <a:ext cx="1367756" cy="211015"/>
          </a:xfrm>
          <a:prstGeom prst="roundRect">
            <a:avLst/>
          </a:prstGeom>
          <a:pattFill prst="dkUp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700">
                <a:solidFill>
                  <a:schemeClr val="tx1"/>
                </a:solidFill>
              </a:rPr>
              <a:t>ERP-Nachfolger??</a:t>
            </a:r>
          </a:p>
        </p:txBody>
      </p:sp>
      <p:sp>
        <p:nvSpPr>
          <p:cNvPr id="1046" name="Rechteck: abgerundete Ecken 1045">
            <a:extLst>
              <a:ext uri="{FF2B5EF4-FFF2-40B4-BE49-F238E27FC236}">
                <a16:creationId xmlns:a16="http://schemas.microsoft.com/office/drawing/2014/main" id="{AB18E972-96B1-C734-FAD2-D7E2CC784440}"/>
              </a:ext>
            </a:extLst>
          </p:cNvPr>
          <p:cNvSpPr/>
          <p:nvPr/>
        </p:nvSpPr>
        <p:spPr>
          <a:xfrm>
            <a:off x="7451161" y="5035221"/>
            <a:ext cx="1367756" cy="206747"/>
          </a:xfrm>
          <a:prstGeom prst="roundRect">
            <a:avLst/>
          </a:prstGeom>
          <a:pattFill prst="dkUp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700">
                <a:solidFill>
                  <a:schemeClr val="tx1"/>
                </a:solidFill>
              </a:rPr>
              <a:t>Intranet??</a:t>
            </a:r>
          </a:p>
        </p:txBody>
      </p:sp>
      <p:sp>
        <p:nvSpPr>
          <p:cNvPr id="1048" name="Rechteck 1047">
            <a:extLst>
              <a:ext uri="{FF2B5EF4-FFF2-40B4-BE49-F238E27FC236}">
                <a16:creationId xmlns:a16="http://schemas.microsoft.com/office/drawing/2014/main" id="{BBD2703F-560C-F2EA-8655-E9003618A935}"/>
              </a:ext>
            </a:extLst>
          </p:cNvPr>
          <p:cNvSpPr/>
          <p:nvPr/>
        </p:nvSpPr>
        <p:spPr>
          <a:xfrm>
            <a:off x="5755861" y="4612251"/>
            <a:ext cx="1490134" cy="14369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1200" b="1">
                <a:solidFill>
                  <a:schemeClr val="tx1"/>
                </a:solidFill>
              </a:rPr>
              <a:t>Externe Portale</a:t>
            </a:r>
          </a:p>
        </p:txBody>
      </p:sp>
      <p:sp>
        <p:nvSpPr>
          <p:cNvPr id="110" name="Rechteck: abgerundete Ecken 109">
            <a:extLst>
              <a:ext uri="{FF2B5EF4-FFF2-40B4-BE49-F238E27FC236}">
                <a16:creationId xmlns:a16="http://schemas.microsoft.com/office/drawing/2014/main" id="{17F452BF-252B-7C17-A0EF-9057F210B3DE}"/>
              </a:ext>
            </a:extLst>
          </p:cNvPr>
          <p:cNvSpPr/>
          <p:nvPr/>
        </p:nvSpPr>
        <p:spPr>
          <a:xfrm>
            <a:off x="5844622" y="5026578"/>
            <a:ext cx="1367756" cy="1375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GLS Plattform</a:t>
            </a:r>
          </a:p>
        </p:txBody>
      </p:sp>
      <p:sp>
        <p:nvSpPr>
          <p:cNvPr id="1049" name="Rechteck: abgerundete Ecken 1048">
            <a:extLst>
              <a:ext uri="{FF2B5EF4-FFF2-40B4-BE49-F238E27FC236}">
                <a16:creationId xmlns:a16="http://schemas.microsoft.com/office/drawing/2014/main" id="{59BEB8EC-018C-35E9-96C8-6648BC1409BE}"/>
              </a:ext>
            </a:extLst>
          </p:cNvPr>
          <p:cNvSpPr/>
          <p:nvPr/>
        </p:nvSpPr>
        <p:spPr>
          <a:xfrm>
            <a:off x="4236048" y="5612183"/>
            <a:ext cx="1367756" cy="15345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GPS-Tracker (Verizon)</a:t>
            </a:r>
          </a:p>
        </p:txBody>
      </p:sp>
      <p:sp>
        <p:nvSpPr>
          <p:cNvPr id="1050" name="Rechteck: abgerundete Ecken 1049">
            <a:extLst>
              <a:ext uri="{FF2B5EF4-FFF2-40B4-BE49-F238E27FC236}">
                <a16:creationId xmlns:a16="http://schemas.microsoft.com/office/drawing/2014/main" id="{CBE973E9-AF11-05D5-77BE-BDADC1F3BC50}"/>
              </a:ext>
            </a:extLst>
          </p:cNvPr>
          <p:cNvSpPr/>
          <p:nvPr/>
        </p:nvSpPr>
        <p:spPr>
          <a:xfrm>
            <a:off x="5845367" y="5195649"/>
            <a:ext cx="1367756" cy="1375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Lieferantenportale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5DCED85A-52E0-9DBD-29E7-9721BDDAF60A}"/>
              </a:ext>
            </a:extLst>
          </p:cNvPr>
          <p:cNvSpPr/>
          <p:nvPr/>
        </p:nvSpPr>
        <p:spPr>
          <a:xfrm>
            <a:off x="5846112" y="5533791"/>
            <a:ext cx="1367756" cy="1375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Apple Business Portal</a:t>
            </a:r>
          </a:p>
          <a:p>
            <a:r>
              <a:rPr lang="de-DE" sz="600">
                <a:solidFill>
                  <a:schemeClr val="tx1"/>
                </a:solidFill>
              </a:rPr>
              <a:t>(Devices Verwalten) - NEU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38C234D-96C8-D563-1957-F9C6AD300ADA}"/>
              </a:ext>
            </a:extLst>
          </p:cNvPr>
          <p:cNvGrpSpPr/>
          <p:nvPr/>
        </p:nvGrpSpPr>
        <p:grpSpPr>
          <a:xfrm>
            <a:off x="9934896" y="2528037"/>
            <a:ext cx="779821" cy="589578"/>
            <a:chOff x="7990135" y="2531560"/>
            <a:chExt cx="1226275" cy="927116"/>
          </a:xfrm>
        </p:grpSpPr>
        <p:pic>
          <p:nvPicPr>
            <p:cNvPr id="26" name="Grafik 25" descr="Männliches Profil mit einfarbiger Füllung">
              <a:extLst>
                <a:ext uri="{FF2B5EF4-FFF2-40B4-BE49-F238E27FC236}">
                  <a16:creationId xmlns:a16="http://schemas.microsoft.com/office/drawing/2014/main" id="{43E09011-9AA7-94A2-765F-F8015F7952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21663" y="2531560"/>
              <a:ext cx="719136" cy="719138"/>
            </a:xfrm>
            <a:prstGeom prst="rect">
              <a:avLst/>
            </a:prstGeom>
          </p:spPr>
        </p:pic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EB3BF307-64A3-F1B2-CB04-BB8FA9CACF31}"/>
                </a:ext>
              </a:extLst>
            </p:cNvPr>
            <p:cNvSpPr txBox="1"/>
            <p:nvPr/>
          </p:nvSpPr>
          <p:spPr>
            <a:xfrm>
              <a:off x="7990135" y="3179335"/>
              <a:ext cx="1226275" cy="279341"/>
            </a:xfrm>
            <a:prstGeom prst="rect">
              <a:avLst/>
            </a:prstGeom>
          </p:spPr>
          <p:txBody>
            <a:bodyPr vert="horz" wrap="square" lIns="72000" tIns="36000" rIns="72000" bIns="36000" rtlCol="0" anchor="t" anchorCtr="0">
              <a:noAutofit/>
            </a:bodyPr>
            <a:lstStyle/>
            <a:p>
              <a:pPr algn="ctr"/>
              <a:r>
                <a:rPr lang="de-DE" sz="600"/>
                <a:t>Programmierung</a:t>
              </a:r>
              <a:endParaRPr lang="de-DE" sz="600">
                <a:solidFill>
                  <a:schemeClr val="tx1"/>
                </a:solidFill>
              </a:endParaRPr>
            </a:p>
          </p:txBody>
        </p:sp>
      </p:grp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BC752326-B89F-D628-2CB3-C75A07E23B2B}"/>
              </a:ext>
            </a:extLst>
          </p:cNvPr>
          <p:cNvSpPr/>
          <p:nvPr/>
        </p:nvSpPr>
        <p:spPr>
          <a:xfrm>
            <a:off x="9985338" y="3091857"/>
            <a:ext cx="932633" cy="1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MS Visual Studio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F22449C3-1922-1E3B-2860-EDEB136101CD}"/>
              </a:ext>
            </a:extLst>
          </p:cNvPr>
          <p:cNvSpPr/>
          <p:nvPr/>
        </p:nvSpPr>
        <p:spPr>
          <a:xfrm>
            <a:off x="9985338" y="3309694"/>
            <a:ext cx="932633" cy="1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 err="1">
                <a:solidFill>
                  <a:schemeClr val="tx1"/>
                </a:solidFill>
              </a:rPr>
              <a:t>JMobile</a:t>
            </a:r>
            <a:endParaRPr lang="de-DE" sz="600">
              <a:solidFill>
                <a:schemeClr val="tx1"/>
              </a:solidFill>
            </a:endParaRPr>
          </a:p>
        </p:txBody>
      </p:sp>
      <p:pic>
        <p:nvPicPr>
          <p:cNvPr id="33" name="Grafik 32" descr="Monitor mit einfarbiger Füllung">
            <a:extLst>
              <a:ext uri="{FF2B5EF4-FFF2-40B4-BE49-F238E27FC236}">
                <a16:creationId xmlns:a16="http://schemas.microsoft.com/office/drawing/2014/main" id="{9D88D77C-43FE-3A71-9461-DDF6997AFD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5195" y="2546241"/>
            <a:ext cx="480991" cy="480991"/>
          </a:xfrm>
          <a:prstGeom prst="rect">
            <a:avLst/>
          </a:prstGeom>
        </p:spPr>
      </p:pic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9D4DAF65-4859-3829-3738-66EF89F7210C}"/>
              </a:ext>
            </a:extLst>
          </p:cNvPr>
          <p:cNvSpPr/>
          <p:nvPr/>
        </p:nvSpPr>
        <p:spPr>
          <a:xfrm>
            <a:off x="10081916" y="5509483"/>
            <a:ext cx="1078948" cy="430255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AIRCO-Website + Intranet</a:t>
            </a:r>
            <a:br>
              <a:rPr lang="de-DE" sz="600">
                <a:solidFill>
                  <a:schemeClr val="tx1"/>
                </a:solidFill>
              </a:rPr>
            </a:br>
            <a:r>
              <a:rPr lang="de-DE" sz="600">
                <a:solidFill>
                  <a:schemeClr val="tx1"/>
                </a:solidFill>
              </a:rPr>
              <a:t>Hosting: Host-Europe</a:t>
            </a:r>
          </a:p>
          <a:p>
            <a:r>
              <a:rPr lang="de-DE" sz="600">
                <a:solidFill>
                  <a:schemeClr val="tx1"/>
                </a:solidFill>
              </a:rPr>
              <a:t>Erstellung: Stefan Tandel</a:t>
            </a: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C6BB3DA3-CDD9-904A-C5C2-01B4B22D03C3}"/>
              </a:ext>
            </a:extLst>
          </p:cNvPr>
          <p:cNvSpPr/>
          <p:nvPr/>
        </p:nvSpPr>
        <p:spPr>
          <a:xfrm>
            <a:off x="8056808" y="3117863"/>
            <a:ext cx="1142211" cy="1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Flash-Software für IO-Inseln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1BA5C2F7-2AD8-4362-39F7-061B0AAC4BBA}"/>
              </a:ext>
            </a:extLst>
          </p:cNvPr>
          <p:cNvSpPr/>
          <p:nvPr/>
        </p:nvSpPr>
        <p:spPr>
          <a:xfrm>
            <a:off x="5846857" y="5364720"/>
            <a:ext cx="1367756" cy="1375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WhatsApp</a:t>
            </a:r>
          </a:p>
        </p:txBody>
      </p:sp>
      <p:sp>
        <p:nvSpPr>
          <p:cNvPr id="53" name="Würfel 52">
            <a:extLst>
              <a:ext uri="{FF2B5EF4-FFF2-40B4-BE49-F238E27FC236}">
                <a16:creationId xmlns:a16="http://schemas.microsoft.com/office/drawing/2014/main" id="{0D9E2FB4-27A7-560B-3E20-68695105B8ED}"/>
              </a:ext>
            </a:extLst>
          </p:cNvPr>
          <p:cNvSpPr/>
          <p:nvPr/>
        </p:nvSpPr>
        <p:spPr>
          <a:xfrm>
            <a:off x="2123440" y="6338160"/>
            <a:ext cx="1654526" cy="287186"/>
          </a:xfrm>
          <a:prstGeom prst="cub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de-DE" sz="800">
                <a:solidFill>
                  <a:schemeClr val="tx1"/>
                </a:solidFill>
              </a:rPr>
              <a:t>Firewall: Sophos (2x mit VPN)</a:t>
            </a:r>
          </a:p>
        </p:txBody>
      </p:sp>
      <p:sp>
        <p:nvSpPr>
          <p:cNvPr id="54" name="Würfel 53">
            <a:extLst>
              <a:ext uri="{FF2B5EF4-FFF2-40B4-BE49-F238E27FC236}">
                <a16:creationId xmlns:a16="http://schemas.microsoft.com/office/drawing/2014/main" id="{BEC753C9-96FD-4261-9A5A-BF1B522EC287}"/>
              </a:ext>
            </a:extLst>
          </p:cNvPr>
          <p:cNvSpPr/>
          <p:nvPr/>
        </p:nvSpPr>
        <p:spPr>
          <a:xfrm>
            <a:off x="3812297" y="6328721"/>
            <a:ext cx="1654526" cy="287186"/>
          </a:xfrm>
          <a:prstGeom prst="cub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de-DE" sz="800">
                <a:solidFill>
                  <a:schemeClr val="tx1"/>
                </a:solidFill>
              </a:rPr>
              <a:t>Internet Provider: Telekom für Server (300 Mbit synchron)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3FC6EC13-006D-4F09-B2A2-64B89FE353F6}"/>
              </a:ext>
            </a:extLst>
          </p:cNvPr>
          <p:cNvSpPr/>
          <p:nvPr/>
        </p:nvSpPr>
        <p:spPr>
          <a:xfrm>
            <a:off x="11177999" y="2660710"/>
            <a:ext cx="914400" cy="15849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600">
                <a:solidFill>
                  <a:schemeClr val="tx1"/>
                </a:solidFill>
              </a:rPr>
              <a:t>Lokale Festplatte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209737FC-7B7E-CB69-8E24-C360D0C7EF6F}"/>
              </a:ext>
            </a:extLst>
          </p:cNvPr>
          <p:cNvSpPr/>
          <p:nvPr/>
        </p:nvSpPr>
        <p:spPr>
          <a:xfrm>
            <a:off x="11177999" y="3075664"/>
            <a:ext cx="914400" cy="2959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de-DE" sz="600">
                <a:solidFill>
                  <a:schemeClr val="tx1"/>
                </a:solidFill>
              </a:rPr>
              <a:t>Eigener File Server- </a:t>
            </a:r>
            <a:r>
              <a:rPr lang="de-DE" sz="500">
                <a:solidFill>
                  <a:schemeClr val="tx1"/>
                </a:solidFill>
              </a:rPr>
              <a:t>Teilt Daten per Mail mit Download Link</a:t>
            </a:r>
            <a:endParaRPr lang="de-DE" sz="600">
              <a:solidFill>
                <a:schemeClr val="tx1"/>
              </a:solidFill>
            </a:endParaRPr>
          </a:p>
        </p:txBody>
      </p:sp>
      <p:pic>
        <p:nvPicPr>
          <p:cNvPr id="66" name="Grafik 65" descr="Hand mit einfarbiger Füllung">
            <a:extLst>
              <a:ext uri="{FF2B5EF4-FFF2-40B4-BE49-F238E27FC236}">
                <a16:creationId xmlns:a16="http://schemas.microsoft.com/office/drawing/2014/main" id="{07A1D36F-4FD2-38B2-3063-4B74493BDC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11437">
            <a:off x="11639729" y="2863399"/>
            <a:ext cx="173714" cy="173714"/>
          </a:xfrm>
          <a:prstGeom prst="rect">
            <a:avLst/>
          </a:prstGeom>
        </p:spPr>
      </p:pic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24F5BAD0-099C-E621-6897-98044EF3A19C}"/>
              </a:ext>
            </a:extLst>
          </p:cNvPr>
          <p:cNvCxnSpPr>
            <a:cxnSpLocks/>
            <a:stCxn id="56" idx="2"/>
            <a:endCxn id="62" idx="0"/>
          </p:cNvCxnSpPr>
          <p:nvPr/>
        </p:nvCxnSpPr>
        <p:spPr>
          <a:xfrm>
            <a:off x="11635199" y="2819201"/>
            <a:ext cx="0" cy="25646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1" name="Rechteck: abgerundete Ecken 70">
            <a:extLst>
              <a:ext uri="{FF2B5EF4-FFF2-40B4-BE49-F238E27FC236}">
                <a16:creationId xmlns:a16="http://schemas.microsoft.com/office/drawing/2014/main" id="{A439B71A-824F-3881-8EA9-0FFB7C1DE6F3}"/>
              </a:ext>
            </a:extLst>
          </p:cNvPr>
          <p:cNvSpPr/>
          <p:nvPr/>
        </p:nvSpPr>
        <p:spPr>
          <a:xfrm>
            <a:off x="10081916" y="5266321"/>
            <a:ext cx="1078948" cy="18378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?? </a:t>
            </a:r>
            <a:r>
              <a:rPr lang="de-DE" sz="600" err="1">
                <a:solidFill>
                  <a:schemeClr val="tx1"/>
                </a:solidFill>
              </a:rPr>
              <a:t>Wordpress</a:t>
            </a:r>
            <a:r>
              <a:rPr lang="de-DE" sz="600">
                <a:solidFill>
                  <a:schemeClr val="tx1"/>
                </a:solidFill>
              </a:rPr>
              <a:t>??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B1DEEEE-ADC4-22B5-0908-6F7677967B38}"/>
              </a:ext>
            </a:extLst>
          </p:cNvPr>
          <p:cNvSpPr/>
          <p:nvPr/>
        </p:nvSpPr>
        <p:spPr>
          <a:xfrm>
            <a:off x="7970913" y="1753393"/>
            <a:ext cx="927798" cy="1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EPLAN (NEU)</a:t>
            </a:r>
          </a:p>
        </p:txBody>
      </p:sp>
      <p:sp>
        <p:nvSpPr>
          <p:cNvPr id="81" name="Rechteck: abgerundete Ecken 80">
            <a:extLst>
              <a:ext uri="{FF2B5EF4-FFF2-40B4-BE49-F238E27FC236}">
                <a16:creationId xmlns:a16="http://schemas.microsoft.com/office/drawing/2014/main" id="{28DBF2C6-00DA-FB8E-8D05-45ABD367F12B}"/>
              </a:ext>
            </a:extLst>
          </p:cNvPr>
          <p:cNvSpPr/>
          <p:nvPr/>
        </p:nvSpPr>
        <p:spPr>
          <a:xfrm>
            <a:off x="2626828" y="5822534"/>
            <a:ext cx="1367756" cy="1915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rgbClr val="FF0000"/>
                </a:solidFill>
              </a:rPr>
              <a:t>! Backup unklar</a:t>
            </a:r>
          </a:p>
        </p:txBody>
      </p:sp>
      <p:sp>
        <p:nvSpPr>
          <p:cNvPr id="79" name="Rechteck: abgerundete Ecken 78">
            <a:extLst>
              <a:ext uri="{FF2B5EF4-FFF2-40B4-BE49-F238E27FC236}">
                <a16:creationId xmlns:a16="http://schemas.microsoft.com/office/drawing/2014/main" id="{E8EF114B-C495-823B-091A-909F8797B2BE}"/>
              </a:ext>
            </a:extLst>
          </p:cNvPr>
          <p:cNvSpPr/>
          <p:nvPr/>
        </p:nvSpPr>
        <p:spPr>
          <a:xfrm>
            <a:off x="2617326" y="5651765"/>
            <a:ext cx="1367756" cy="1348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SP, Power-Plattform, etc. ... (nicht genutzt)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F4483957-3ACF-0091-CCB3-F31DDD5C6CAC}"/>
              </a:ext>
            </a:extLst>
          </p:cNvPr>
          <p:cNvSpPr/>
          <p:nvPr/>
        </p:nvSpPr>
        <p:spPr>
          <a:xfrm>
            <a:off x="4236049" y="5795622"/>
            <a:ext cx="1367756" cy="21748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CORVINA Cloud (Fa. </a:t>
            </a:r>
            <a:r>
              <a:rPr lang="de-DE" sz="600" err="1">
                <a:solidFill>
                  <a:schemeClr val="tx1"/>
                </a:solidFill>
              </a:rPr>
              <a:t>Excor</a:t>
            </a:r>
            <a:r>
              <a:rPr lang="de-DE" sz="600">
                <a:solidFill>
                  <a:schemeClr val="tx1"/>
                </a:solidFill>
              </a:rPr>
              <a:t>) Fernwartung</a:t>
            </a:r>
          </a:p>
        </p:txBody>
      </p:sp>
      <p:sp>
        <p:nvSpPr>
          <p:cNvPr id="91" name="Rechteck 90">
            <a:extLst>
              <a:ext uri="{FF2B5EF4-FFF2-40B4-BE49-F238E27FC236}">
                <a16:creationId xmlns:a16="http://schemas.microsoft.com/office/drawing/2014/main" id="{BCF7B311-C57B-F455-A7B8-DE3F6D27D954}"/>
              </a:ext>
            </a:extLst>
          </p:cNvPr>
          <p:cNvSpPr/>
          <p:nvPr/>
        </p:nvSpPr>
        <p:spPr>
          <a:xfrm>
            <a:off x="615023" y="3546044"/>
            <a:ext cx="1751598" cy="4154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DE" sz="600" b="1" dirty="0" err="1">
                <a:solidFill>
                  <a:schemeClr val="tx1"/>
                </a:solidFill>
              </a:rPr>
              <a:t>Win</a:t>
            </a:r>
            <a:r>
              <a:rPr lang="de-DE" sz="600" b="1" dirty="0">
                <a:solidFill>
                  <a:schemeClr val="tx1"/>
                </a:solidFill>
              </a:rPr>
              <a:t> Terminal Server (TS-FIBU)</a:t>
            </a:r>
          </a:p>
        </p:txBody>
      </p:sp>
      <p:sp>
        <p:nvSpPr>
          <p:cNvPr id="124" name="Rechteck 123">
            <a:extLst>
              <a:ext uri="{FF2B5EF4-FFF2-40B4-BE49-F238E27FC236}">
                <a16:creationId xmlns:a16="http://schemas.microsoft.com/office/drawing/2014/main" id="{79033917-E723-FC26-1EF9-7C6149C0269A}"/>
              </a:ext>
            </a:extLst>
          </p:cNvPr>
          <p:cNvSpPr/>
          <p:nvPr/>
        </p:nvSpPr>
        <p:spPr>
          <a:xfrm>
            <a:off x="615023" y="4021519"/>
            <a:ext cx="1764297" cy="4299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DE" sz="600" b="1">
                <a:solidFill>
                  <a:schemeClr val="tx1"/>
                </a:solidFill>
              </a:rPr>
              <a:t>SQL-Server </a:t>
            </a:r>
          </a:p>
        </p:txBody>
      </p:sp>
      <p:sp>
        <p:nvSpPr>
          <p:cNvPr id="1034" name="Rechteck 1033">
            <a:extLst>
              <a:ext uri="{FF2B5EF4-FFF2-40B4-BE49-F238E27FC236}">
                <a16:creationId xmlns:a16="http://schemas.microsoft.com/office/drawing/2014/main" id="{9CE8949A-D66B-61A7-43EF-5FCE1BD1AB1D}"/>
              </a:ext>
            </a:extLst>
          </p:cNvPr>
          <p:cNvSpPr/>
          <p:nvPr/>
        </p:nvSpPr>
        <p:spPr>
          <a:xfrm>
            <a:off x="767024" y="4509201"/>
            <a:ext cx="1624615" cy="15073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Drucker???</a:t>
            </a:r>
          </a:p>
        </p:txBody>
      </p:sp>
      <p:sp>
        <p:nvSpPr>
          <p:cNvPr id="1035" name="Rechteck 1034">
            <a:extLst>
              <a:ext uri="{FF2B5EF4-FFF2-40B4-BE49-F238E27FC236}">
                <a16:creationId xmlns:a16="http://schemas.microsoft.com/office/drawing/2014/main" id="{3D676AF5-25FB-CD37-B8D6-CC74C01454CC}"/>
              </a:ext>
            </a:extLst>
          </p:cNvPr>
          <p:cNvSpPr/>
          <p:nvPr/>
        </p:nvSpPr>
        <p:spPr>
          <a:xfrm>
            <a:off x="437204" y="5544015"/>
            <a:ext cx="2023972" cy="26895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800" dirty="0">
                <a:solidFill>
                  <a:schemeClr val="tx1"/>
                </a:solidFill>
              </a:rPr>
              <a:t>USV – für beide Server + Switch</a:t>
            </a:r>
          </a:p>
        </p:txBody>
      </p:sp>
      <p:sp>
        <p:nvSpPr>
          <p:cNvPr id="1036" name="Würfel 1035">
            <a:extLst>
              <a:ext uri="{FF2B5EF4-FFF2-40B4-BE49-F238E27FC236}">
                <a16:creationId xmlns:a16="http://schemas.microsoft.com/office/drawing/2014/main" id="{A625ABC6-A4EE-6049-F1EF-864A2E5CF6BC}"/>
              </a:ext>
            </a:extLst>
          </p:cNvPr>
          <p:cNvSpPr/>
          <p:nvPr/>
        </p:nvSpPr>
        <p:spPr>
          <a:xfrm>
            <a:off x="428434" y="6337819"/>
            <a:ext cx="1654526" cy="287186"/>
          </a:xfrm>
          <a:prstGeom prst="cub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de-DE" sz="800">
                <a:solidFill>
                  <a:schemeClr val="tx1"/>
                </a:solidFill>
              </a:rPr>
              <a:t>Internet 2x (</a:t>
            </a:r>
            <a:r>
              <a:rPr lang="de-DE" sz="800" err="1">
                <a:solidFill>
                  <a:schemeClr val="tx1"/>
                </a:solidFill>
              </a:rPr>
              <a:t>Prod</a:t>
            </a:r>
            <a:r>
              <a:rPr lang="de-DE" sz="800">
                <a:solidFill>
                  <a:schemeClr val="tx1"/>
                </a:solidFill>
              </a:rPr>
              <a:t> + </a:t>
            </a:r>
            <a:r>
              <a:rPr lang="de-DE" sz="800" err="1">
                <a:solidFill>
                  <a:schemeClr val="tx1"/>
                </a:solidFill>
              </a:rPr>
              <a:t>office</a:t>
            </a:r>
            <a:r>
              <a:rPr lang="de-DE" sz="8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37" name="Würfel 1036">
            <a:extLst>
              <a:ext uri="{FF2B5EF4-FFF2-40B4-BE49-F238E27FC236}">
                <a16:creationId xmlns:a16="http://schemas.microsoft.com/office/drawing/2014/main" id="{EF6B315A-8B30-9471-57E4-91579C7002B2}"/>
              </a:ext>
            </a:extLst>
          </p:cNvPr>
          <p:cNvSpPr/>
          <p:nvPr/>
        </p:nvSpPr>
        <p:spPr>
          <a:xfrm>
            <a:off x="5501154" y="6319895"/>
            <a:ext cx="1654526" cy="287186"/>
          </a:xfrm>
          <a:prstGeom prst="cub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de-DE" sz="800" dirty="0">
                <a:solidFill>
                  <a:schemeClr val="tx1"/>
                </a:solidFill>
              </a:rPr>
              <a:t>Internet Provider: Telekom für Office (300 Mbit (Fa. Gamma</a:t>
            </a:r>
          </a:p>
        </p:txBody>
      </p:sp>
      <p:sp>
        <p:nvSpPr>
          <p:cNvPr id="1051" name="Rechteck 1050">
            <a:extLst>
              <a:ext uri="{FF2B5EF4-FFF2-40B4-BE49-F238E27FC236}">
                <a16:creationId xmlns:a16="http://schemas.microsoft.com/office/drawing/2014/main" id="{0BAC380B-594C-7359-DCCA-611EF14AD9E0}"/>
              </a:ext>
            </a:extLst>
          </p:cNvPr>
          <p:cNvSpPr/>
          <p:nvPr/>
        </p:nvSpPr>
        <p:spPr>
          <a:xfrm>
            <a:off x="769566" y="4692038"/>
            <a:ext cx="1624614" cy="20871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 dirty="0">
                <a:solidFill>
                  <a:schemeClr val="tx1"/>
                </a:solidFill>
              </a:rPr>
              <a:t>ABUS Schließanlage (auf Server) – Verwaltung über Hög</a:t>
            </a:r>
          </a:p>
        </p:txBody>
      </p:sp>
      <p:grpSp>
        <p:nvGrpSpPr>
          <p:cNvPr id="1052" name="Gruppieren 1051">
            <a:extLst>
              <a:ext uri="{FF2B5EF4-FFF2-40B4-BE49-F238E27FC236}">
                <a16:creationId xmlns:a16="http://schemas.microsoft.com/office/drawing/2014/main" id="{18CEA42A-123F-2086-C0A3-3677A10CF53A}"/>
              </a:ext>
            </a:extLst>
          </p:cNvPr>
          <p:cNvGrpSpPr/>
          <p:nvPr/>
        </p:nvGrpSpPr>
        <p:grpSpPr>
          <a:xfrm>
            <a:off x="43377" y="4537037"/>
            <a:ext cx="779821" cy="589578"/>
            <a:chOff x="7990135" y="2531560"/>
            <a:chExt cx="1226275" cy="927116"/>
          </a:xfrm>
        </p:grpSpPr>
        <p:pic>
          <p:nvPicPr>
            <p:cNvPr id="1053" name="Grafik 1052" descr="Männliches Profil mit einfarbiger Füllung">
              <a:extLst>
                <a:ext uri="{FF2B5EF4-FFF2-40B4-BE49-F238E27FC236}">
                  <a16:creationId xmlns:a16="http://schemas.microsoft.com/office/drawing/2014/main" id="{7FDDEEAA-6E2C-8D3B-76C7-B8075D8896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21663" y="2531560"/>
              <a:ext cx="719137" cy="719137"/>
            </a:xfrm>
            <a:prstGeom prst="rect">
              <a:avLst/>
            </a:prstGeom>
          </p:spPr>
        </p:pic>
        <p:sp>
          <p:nvSpPr>
            <p:cNvPr id="1054" name="Textfeld 1053">
              <a:extLst>
                <a:ext uri="{FF2B5EF4-FFF2-40B4-BE49-F238E27FC236}">
                  <a16:creationId xmlns:a16="http://schemas.microsoft.com/office/drawing/2014/main" id="{2C3DF0E1-E188-0B54-E5AC-ECCA20D3FF9D}"/>
                </a:ext>
              </a:extLst>
            </p:cNvPr>
            <p:cNvSpPr txBox="1"/>
            <p:nvPr/>
          </p:nvSpPr>
          <p:spPr>
            <a:xfrm>
              <a:off x="7990135" y="3179335"/>
              <a:ext cx="1226275" cy="279341"/>
            </a:xfrm>
            <a:prstGeom prst="rect">
              <a:avLst/>
            </a:prstGeom>
          </p:spPr>
          <p:txBody>
            <a:bodyPr vert="horz" wrap="square" lIns="72000" tIns="36000" rIns="72000" bIns="36000" rtlCol="0" anchor="t" anchorCtr="0">
              <a:noAutofit/>
            </a:bodyPr>
            <a:lstStyle/>
            <a:p>
              <a:pPr algn="ctr"/>
              <a:r>
                <a:rPr lang="de-DE" sz="600"/>
                <a:t>DATATRONIC</a:t>
              </a:r>
              <a:endParaRPr lang="de-DE" sz="600">
                <a:solidFill>
                  <a:schemeClr val="tx1"/>
                </a:solidFill>
              </a:endParaRPr>
            </a:p>
          </p:txBody>
        </p:sp>
      </p:grpSp>
      <p:sp>
        <p:nvSpPr>
          <p:cNvPr id="108" name="Rechteck: abgerundete Ecken 107">
            <a:extLst>
              <a:ext uri="{FF2B5EF4-FFF2-40B4-BE49-F238E27FC236}">
                <a16:creationId xmlns:a16="http://schemas.microsoft.com/office/drawing/2014/main" id="{4341AA3B-7A1F-E0B0-C914-1F8619547E88}"/>
              </a:ext>
            </a:extLst>
          </p:cNvPr>
          <p:cNvSpPr/>
          <p:nvPr/>
        </p:nvSpPr>
        <p:spPr>
          <a:xfrm>
            <a:off x="5847601" y="5702862"/>
            <a:ext cx="1367756" cy="1375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PLEO (Bezahl-App)</a:t>
            </a:r>
          </a:p>
        </p:txBody>
      </p:sp>
      <p:sp>
        <p:nvSpPr>
          <p:cNvPr id="1061" name="Rechteck: abgerundete Ecken 1060">
            <a:extLst>
              <a:ext uri="{FF2B5EF4-FFF2-40B4-BE49-F238E27FC236}">
                <a16:creationId xmlns:a16="http://schemas.microsoft.com/office/drawing/2014/main" id="{392D2DBA-095B-0990-A606-DA0B66B805D6}"/>
              </a:ext>
            </a:extLst>
          </p:cNvPr>
          <p:cNvSpPr/>
          <p:nvPr/>
        </p:nvSpPr>
        <p:spPr>
          <a:xfrm>
            <a:off x="5843877" y="5871933"/>
            <a:ext cx="1367756" cy="1375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SWYXLT-APP (Handyumleitung)</a:t>
            </a:r>
          </a:p>
        </p:txBody>
      </p:sp>
      <p:pic>
        <p:nvPicPr>
          <p:cNvPr id="1065" name="Picture 2" descr="What is the Microsoft Windows Server platform?">
            <a:extLst>
              <a:ext uri="{FF2B5EF4-FFF2-40B4-BE49-F238E27FC236}">
                <a16:creationId xmlns:a16="http://schemas.microsoft.com/office/drawing/2014/main" id="{E166AFB0-6937-5CB5-D335-A0BC6C204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68" t="23333" r="23968" b="23333"/>
          <a:stretch>
            <a:fillRect/>
          </a:stretch>
        </p:blipFill>
        <p:spPr bwMode="auto">
          <a:xfrm>
            <a:off x="8641885" y="1298845"/>
            <a:ext cx="180323" cy="18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1" name="Rechteck 1070">
            <a:extLst>
              <a:ext uri="{FF2B5EF4-FFF2-40B4-BE49-F238E27FC236}">
                <a16:creationId xmlns:a16="http://schemas.microsoft.com/office/drawing/2014/main" id="{09ED1C2C-F200-8CDA-FC95-BB5C0D80E4BE}"/>
              </a:ext>
            </a:extLst>
          </p:cNvPr>
          <p:cNvSpPr/>
          <p:nvPr/>
        </p:nvSpPr>
        <p:spPr>
          <a:xfrm>
            <a:off x="11175074" y="3545635"/>
            <a:ext cx="914400" cy="15849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r>
              <a:rPr lang="de-DE" sz="600">
                <a:solidFill>
                  <a:schemeClr val="tx1"/>
                </a:solidFill>
              </a:rPr>
              <a:t>File Server R://</a:t>
            </a:r>
          </a:p>
        </p:txBody>
      </p:sp>
      <p:cxnSp>
        <p:nvCxnSpPr>
          <p:cNvPr id="1072" name="Gerade Verbindung mit Pfeil 1071">
            <a:extLst>
              <a:ext uri="{FF2B5EF4-FFF2-40B4-BE49-F238E27FC236}">
                <a16:creationId xmlns:a16="http://schemas.microsoft.com/office/drawing/2014/main" id="{7336EFB9-DB41-C950-ADA3-515D3D29E118}"/>
              </a:ext>
            </a:extLst>
          </p:cNvPr>
          <p:cNvCxnSpPr>
            <a:cxnSpLocks/>
            <a:stCxn id="62" idx="2"/>
            <a:endCxn id="1071" idx="0"/>
          </p:cNvCxnSpPr>
          <p:nvPr/>
        </p:nvCxnSpPr>
        <p:spPr>
          <a:xfrm flipH="1">
            <a:off x="11632274" y="3371641"/>
            <a:ext cx="2925" cy="17399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24" name="Grafik 23" descr="Hand mit einfarbiger Füllung">
            <a:extLst>
              <a:ext uri="{FF2B5EF4-FFF2-40B4-BE49-F238E27FC236}">
                <a16:creationId xmlns:a16="http://schemas.microsoft.com/office/drawing/2014/main" id="{0FCAD894-2851-7D4C-6AAC-5C940C4CA4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11437">
            <a:off x="11629515" y="3367904"/>
            <a:ext cx="173714" cy="173714"/>
          </a:xfrm>
          <a:prstGeom prst="rect">
            <a:avLst/>
          </a:prstGeom>
        </p:spPr>
      </p:pic>
      <p:sp>
        <p:nvSpPr>
          <p:cNvPr id="1090" name="Rechteck 1089">
            <a:extLst>
              <a:ext uri="{FF2B5EF4-FFF2-40B4-BE49-F238E27FC236}">
                <a16:creationId xmlns:a16="http://schemas.microsoft.com/office/drawing/2014/main" id="{9F2A28FA-84D5-7B73-A087-DD4B0DADE4AB}"/>
              </a:ext>
            </a:extLst>
          </p:cNvPr>
          <p:cNvSpPr/>
          <p:nvPr/>
        </p:nvSpPr>
        <p:spPr>
          <a:xfrm>
            <a:off x="830945" y="2900242"/>
            <a:ext cx="1484289" cy="15801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T:// Altes Zeug, ...</a:t>
            </a:r>
          </a:p>
        </p:txBody>
      </p:sp>
      <p:sp>
        <p:nvSpPr>
          <p:cNvPr id="1091" name="Rechteck 1090">
            <a:extLst>
              <a:ext uri="{FF2B5EF4-FFF2-40B4-BE49-F238E27FC236}">
                <a16:creationId xmlns:a16="http://schemas.microsoft.com/office/drawing/2014/main" id="{572AE185-8214-9E44-5CF8-3396EF01A52A}"/>
              </a:ext>
            </a:extLst>
          </p:cNvPr>
          <p:cNvSpPr/>
          <p:nvPr/>
        </p:nvSpPr>
        <p:spPr>
          <a:xfrm>
            <a:off x="830946" y="3090882"/>
            <a:ext cx="1484288" cy="14890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V:// </a:t>
            </a:r>
            <a:r>
              <a:rPr lang="de-DE" sz="600" err="1">
                <a:solidFill>
                  <a:schemeClr val="tx1"/>
                </a:solidFill>
              </a:rPr>
              <a:t>MultiMedia</a:t>
            </a:r>
            <a:r>
              <a:rPr lang="de-DE" sz="600">
                <a:solidFill>
                  <a:schemeClr val="tx1"/>
                </a:solidFill>
              </a:rPr>
              <a:t> ( Bilder MA)</a:t>
            </a: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EBE1FC31-CFE0-9AB6-4BF0-F807A88D6FD2}"/>
              </a:ext>
            </a:extLst>
          </p:cNvPr>
          <p:cNvSpPr/>
          <p:nvPr/>
        </p:nvSpPr>
        <p:spPr>
          <a:xfrm>
            <a:off x="742005" y="3716937"/>
            <a:ext cx="1624615" cy="17912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T: // FIBU-</a:t>
            </a:r>
            <a:r>
              <a:rPr lang="de-DE" sz="600" err="1">
                <a:solidFill>
                  <a:schemeClr val="tx1"/>
                </a:solidFill>
              </a:rPr>
              <a:t>FileServer</a:t>
            </a:r>
            <a:endParaRPr lang="de-DE" sz="60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792F8C9-749F-9F6B-2EC1-2101C57B6DEA}"/>
              </a:ext>
            </a:extLst>
          </p:cNvPr>
          <p:cNvSpPr/>
          <p:nvPr/>
        </p:nvSpPr>
        <p:spPr>
          <a:xfrm>
            <a:off x="742005" y="4189754"/>
            <a:ext cx="1624615" cy="17745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 dirty="0">
                <a:solidFill>
                  <a:schemeClr val="tx1"/>
                </a:solidFill>
              </a:rPr>
              <a:t>SAGE 100 (6GB + 170 GB Dokumente)</a:t>
            </a:r>
          </a:p>
        </p:txBody>
      </p:sp>
      <p:sp>
        <p:nvSpPr>
          <p:cNvPr id="1102" name="Rechteck 1101">
            <a:extLst>
              <a:ext uri="{FF2B5EF4-FFF2-40B4-BE49-F238E27FC236}">
                <a16:creationId xmlns:a16="http://schemas.microsoft.com/office/drawing/2014/main" id="{31ED1078-EA47-1097-ED54-25662259D60F}"/>
              </a:ext>
            </a:extLst>
          </p:cNvPr>
          <p:cNvSpPr/>
          <p:nvPr/>
        </p:nvSpPr>
        <p:spPr>
          <a:xfrm>
            <a:off x="742004" y="3351884"/>
            <a:ext cx="1624615" cy="11819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 err="1">
                <a:solidFill>
                  <a:schemeClr val="tx1"/>
                </a:solidFill>
              </a:rPr>
              <a:t>Consense</a:t>
            </a:r>
            <a:r>
              <a:rPr lang="de-DE" sz="600">
                <a:solidFill>
                  <a:schemeClr val="tx1"/>
                </a:solidFill>
              </a:rPr>
              <a:t> veraltet auf WTS</a:t>
            </a:r>
          </a:p>
        </p:txBody>
      </p:sp>
      <p:sp>
        <p:nvSpPr>
          <p:cNvPr id="1103" name="Rechteck 1102">
            <a:extLst>
              <a:ext uri="{FF2B5EF4-FFF2-40B4-BE49-F238E27FC236}">
                <a16:creationId xmlns:a16="http://schemas.microsoft.com/office/drawing/2014/main" id="{3251A80B-60DF-6D68-E114-3E5DE5F651CE}"/>
              </a:ext>
            </a:extLst>
          </p:cNvPr>
          <p:cNvSpPr/>
          <p:nvPr/>
        </p:nvSpPr>
        <p:spPr>
          <a:xfrm>
            <a:off x="769566" y="4947388"/>
            <a:ext cx="1624614" cy="20871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 dirty="0">
                <a:solidFill>
                  <a:schemeClr val="tx1"/>
                </a:solidFill>
              </a:rPr>
              <a:t>Server Plugin (Mail-Store) Archivierung aller Mails </a:t>
            </a:r>
          </a:p>
        </p:txBody>
      </p:sp>
      <p:sp>
        <p:nvSpPr>
          <p:cNvPr id="1104" name="Rechteck: abgerundete Ecken 1103">
            <a:extLst>
              <a:ext uri="{FF2B5EF4-FFF2-40B4-BE49-F238E27FC236}">
                <a16:creationId xmlns:a16="http://schemas.microsoft.com/office/drawing/2014/main" id="{57CD37FD-0C67-48F2-0A24-8E5B5913E4A0}"/>
              </a:ext>
            </a:extLst>
          </p:cNvPr>
          <p:cNvSpPr/>
          <p:nvPr/>
        </p:nvSpPr>
        <p:spPr>
          <a:xfrm>
            <a:off x="2617326" y="5372208"/>
            <a:ext cx="1367756" cy="10331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MS-Outlook, Kalender</a:t>
            </a:r>
          </a:p>
        </p:txBody>
      </p:sp>
      <p:sp>
        <p:nvSpPr>
          <p:cNvPr id="1106" name="Rechteck: abgerundete Ecken 1105">
            <a:extLst>
              <a:ext uri="{FF2B5EF4-FFF2-40B4-BE49-F238E27FC236}">
                <a16:creationId xmlns:a16="http://schemas.microsoft.com/office/drawing/2014/main" id="{FA2D7153-6EE9-FF7F-FEB3-952E2BC37303}"/>
              </a:ext>
            </a:extLst>
          </p:cNvPr>
          <p:cNvSpPr/>
          <p:nvPr/>
        </p:nvSpPr>
        <p:spPr>
          <a:xfrm>
            <a:off x="7362275" y="6140904"/>
            <a:ext cx="1402893" cy="419221"/>
          </a:xfrm>
          <a:prstGeom prst="roundRect">
            <a:avLst/>
          </a:prstGeom>
          <a:pattFill prst="dkUp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700" dirty="0">
                <a:solidFill>
                  <a:schemeClr val="tx1"/>
                </a:solidFill>
              </a:rPr>
              <a:t>CORVINA Cloud (Fa. </a:t>
            </a:r>
            <a:r>
              <a:rPr lang="de-DE" sz="700" dirty="0" err="1">
                <a:solidFill>
                  <a:schemeClr val="tx1"/>
                </a:solidFill>
              </a:rPr>
              <a:t>Excor</a:t>
            </a:r>
            <a:r>
              <a:rPr lang="de-DE" sz="700" dirty="0">
                <a:solidFill>
                  <a:schemeClr val="tx1"/>
                </a:solidFill>
              </a:rPr>
              <a:t>) in Planung – </a:t>
            </a:r>
            <a:r>
              <a:rPr lang="de-DE" sz="700" dirty="0" err="1">
                <a:solidFill>
                  <a:schemeClr val="tx1"/>
                </a:solidFill>
              </a:rPr>
              <a:t>Anlagendoku</a:t>
            </a:r>
            <a:r>
              <a:rPr lang="de-DE" sz="700" dirty="0">
                <a:solidFill>
                  <a:schemeClr val="tx1"/>
                </a:solidFill>
              </a:rPr>
              <a:t> für Kunden – Serviceberichte, ...</a:t>
            </a:r>
          </a:p>
          <a:p>
            <a:r>
              <a:rPr lang="de-DE" sz="700" dirty="0">
                <a:solidFill>
                  <a:schemeClr val="tx1"/>
                </a:solidFill>
              </a:rPr>
              <a:t>Fernsupport </a:t>
            </a:r>
          </a:p>
        </p:txBody>
      </p:sp>
      <p:sp>
        <p:nvSpPr>
          <p:cNvPr id="1111" name="Rechteck 1110">
            <a:extLst>
              <a:ext uri="{FF2B5EF4-FFF2-40B4-BE49-F238E27FC236}">
                <a16:creationId xmlns:a16="http://schemas.microsoft.com/office/drawing/2014/main" id="{692B3BFA-6F28-D3E7-918C-11406989C4CB}"/>
              </a:ext>
            </a:extLst>
          </p:cNvPr>
          <p:cNvSpPr/>
          <p:nvPr/>
        </p:nvSpPr>
        <p:spPr>
          <a:xfrm>
            <a:off x="9434093" y="6034540"/>
            <a:ext cx="835945" cy="2855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700" b="1">
                <a:solidFill>
                  <a:schemeClr val="tx1"/>
                </a:solidFill>
              </a:rPr>
              <a:t>AIRCO Website</a:t>
            </a:r>
          </a:p>
        </p:txBody>
      </p:sp>
      <p:sp>
        <p:nvSpPr>
          <p:cNvPr id="1112" name="Rechteck 1111">
            <a:extLst>
              <a:ext uri="{FF2B5EF4-FFF2-40B4-BE49-F238E27FC236}">
                <a16:creationId xmlns:a16="http://schemas.microsoft.com/office/drawing/2014/main" id="{9DC0FB27-0A4D-BA3A-A3DB-16E88EAA79C5}"/>
              </a:ext>
            </a:extLst>
          </p:cNvPr>
          <p:cNvSpPr/>
          <p:nvPr/>
        </p:nvSpPr>
        <p:spPr>
          <a:xfrm>
            <a:off x="10346848" y="6034540"/>
            <a:ext cx="835945" cy="2855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700" b="1">
                <a:solidFill>
                  <a:schemeClr val="tx1"/>
                </a:solidFill>
              </a:rPr>
              <a:t>AIRCO Intranet</a:t>
            </a:r>
          </a:p>
          <a:p>
            <a:pPr algn="l"/>
            <a:r>
              <a:rPr lang="de-DE" sz="700">
                <a:solidFill>
                  <a:schemeClr val="tx1"/>
                </a:solidFill>
              </a:rPr>
              <a:t>deaktiviert</a:t>
            </a:r>
          </a:p>
        </p:txBody>
      </p:sp>
      <p:sp>
        <p:nvSpPr>
          <p:cNvPr id="1113" name="Rechteck 1112">
            <a:extLst>
              <a:ext uri="{FF2B5EF4-FFF2-40B4-BE49-F238E27FC236}">
                <a16:creationId xmlns:a16="http://schemas.microsoft.com/office/drawing/2014/main" id="{3A3BA8EA-2CF8-2BCF-8042-A16F739CE438}"/>
              </a:ext>
            </a:extLst>
          </p:cNvPr>
          <p:cNvSpPr/>
          <p:nvPr/>
        </p:nvSpPr>
        <p:spPr>
          <a:xfrm>
            <a:off x="11259603" y="6034540"/>
            <a:ext cx="835945" cy="2855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700" b="1">
                <a:solidFill>
                  <a:schemeClr val="tx1"/>
                </a:solidFill>
              </a:rPr>
              <a:t>ISO-Website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6BBA985F-A8E1-AAAA-F3D6-909CAF9BD570}"/>
              </a:ext>
            </a:extLst>
          </p:cNvPr>
          <p:cNvSpPr/>
          <p:nvPr/>
        </p:nvSpPr>
        <p:spPr>
          <a:xfrm>
            <a:off x="8984834" y="1293278"/>
            <a:ext cx="914400" cy="18825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600">
                <a:solidFill>
                  <a:schemeClr val="tx1"/>
                </a:solidFill>
              </a:rPr>
              <a:t>Lokale Festplatte</a:t>
            </a:r>
          </a:p>
        </p:txBody>
      </p:sp>
      <p:pic>
        <p:nvPicPr>
          <p:cNvPr id="61" name="Grafik 60" descr="Hand mit einfarbiger Füllung">
            <a:extLst>
              <a:ext uri="{FF2B5EF4-FFF2-40B4-BE49-F238E27FC236}">
                <a16:creationId xmlns:a16="http://schemas.microsoft.com/office/drawing/2014/main" id="{D4CB2038-32B3-0961-26C8-36E4F9928D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11437">
            <a:off x="11545417" y="1559146"/>
            <a:ext cx="173714" cy="173714"/>
          </a:xfrm>
          <a:prstGeom prst="rect">
            <a:avLst/>
          </a:prstGeom>
        </p:spPr>
      </p:pic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9F869B8D-BAAE-0B5F-4B3B-9ACC70ABD629}"/>
              </a:ext>
            </a:extLst>
          </p:cNvPr>
          <p:cNvGrpSpPr/>
          <p:nvPr/>
        </p:nvGrpSpPr>
        <p:grpSpPr>
          <a:xfrm>
            <a:off x="7972693" y="1181367"/>
            <a:ext cx="590125" cy="564118"/>
            <a:chOff x="8101725" y="2531560"/>
            <a:chExt cx="927976" cy="887081"/>
          </a:xfrm>
        </p:grpSpPr>
        <p:pic>
          <p:nvPicPr>
            <p:cNvPr id="70" name="Grafik 69" descr="Männliches Profil mit einfarbiger Füllung">
              <a:extLst>
                <a:ext uri="{FF2B5EF4-FFF2-40B4-BE49-F238E27FC236}">
                  <a16:creationId xmlns:a16="http://schemas.microsoft.com/office/drawing/2014/main" id="{A574698C-F5B2-AE1B-00E5-F930C99D2A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06144" y="2531560"/>
              <a:ext cx="719138" cy="719137"/>
            </a:xfrm>
            <a:prstGeom prst="rect">
              <a:avLst/>
            </a:prstGeom>
          </p:spPr>
        </p:pic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121EC437-7150-8A29-2DBB-0A91913A4C2E}"/>
                </a:ext>
              </a:extLst>
            </p:cNvPr>
            <p:cNvSpPr txBox="1"/>
            <p:nvPr/>
          </p:nvSpPr>
          <p:spPr>
            <a:xfrm>
              <a:off x="8101725" y="3166113"/>
              <a:ext cx="927976" cy="252528"/>
            </a:xfrm>
            <a:prstGeom prst="rect">
              <a:avLst/>
            </a:prstGeom>
          </p:spPr>
          <p:txBody>
            <a:bodyPr vert="horz" wrap="square" lIns="72000" tIns="36000" rIns="72000" bIns="36000" rtlCol="0" anchor="t" anchorCtr="0">
              <a:noAutofit/>
            </a:bodyPr>
            <a:lstStyle/>
            <a:p>
              <a:pPr algn="ctr"/>
              <a:r>
                <a:rPr lang="de-DE" sz="600">
                  <a:solidFill>
                    <a:schemeClr val="tx1"/>
                  </a:solidFill>
                </a:rPr>
                <a:t>Elektrik</a:t>
              </a:r>
            </a:p>
          </p:txBody>
        </p:sp>
      </p:grpSp>
      <p:pic>
        <p:nvPicPr>
          <p:cNvPr id="1024" name="Grafik 1023" descr="Hand mit einfarbiger Füllung">
            <a:extLst>
              <a:ext uri="{FF2B5EF4-FFF2-40B4-BE49-F238E27FC236}">
                <a16:creationId xmlns:a16="http://schemas.microsoft.com/office/drawing/2014/main" id="{F17E47ED-AB04-C54C-E2E0-CBF177E5DD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11437">
            <a:off x="11565203" y="4388565"/>
            <a:ext cx="173714" cy="173714"/>
          </a:xfrm>
          <a:prstGeom prst="rect">
            <a:avLst/>
          </a:prstGeom>
        </p:spPr>
      </p:pic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CC656C96-3335-8A42-4F58-574588CFAB2F}"/>
              </a:ext>
            </a:extLst>
          </p:cNvPr>
          <p:cNvGrpSpPr/>
          <p:nvPr/>
        </p:nvGrpSpPr>
        <p:grpSpPr>
          <a:xfrm>
            <a:off x="8196981" y="2553664"/>
            <a:ext cx="779821" cy="589578"/>
            <a:chOff x="7990135" y="2531560"/>
            <a:chExt cx="1226275" cy="927116"/>
          </a:xfrm>
        </p:grpSpPr>
        <p:pic>
          <p:nvPicPr>
            <p:cNvPr id="87" name="Grafik 86" descr="Männliches Profil mit einfarbiger Füllung">
              <a:extLst>
                <a:ext uri="{FF2B5EF4-FFF2-40B4-BE49-F238E27FC236}">
                  <a16:creationId xmlns:a16="http://schemas.microsoft.com/office/drawing/2014/main" id="{EB17A61F-19E5-4BD6-7BDC-8232F3C149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21663" y="2531560"/>
              <a:ext cx="719136" cy="719138"/>
            </a:xfrm>
            <a:prstGeom prst="rect">
              <a:avLst/>
            </a:prstGeom>
          </p:spPr>
        </p:pic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75843125-0460-AF3D-105F-1D0A7F50F5A9}"/>
                </a:ext>
              </a:extLst>
            </p:cNvPr>
            <p:cNvSpPr txBox="1"/>
            <p:nvPr/>
          </p:nvSpPr>
          <p:spPr>
            <a:xfrm>
              <a:off x="7990135" y="3179335"/>
              <a:ext cx="1226275" cy="279341"/>
            </a:xfrm>
            <a:prstGeom prst="rect">
              <a:avLst/>
            </a:prstGeom>
          </p:spPr>
          <p:txBody>
            <a:bodyPr vert="horz" wrap="square" lIns="72000" tIns="36000" rIns="72000" bIns="36000" rtlCol="0" anchor="t" anchorCtr="0">
              <a:noAutofit/>
            </a:bodyPr>
            <a:lstStyle/>
            <a:p>
              <a:pPr algn="ctr"/>
              <a:r>
                <a:rPr lang="de-DE" sz="600"/>
                <a:t>Fertigung</a:t>
              </a:r>
              <a:endParaRPr lang="de-DE" sz="600">
                <a:solidFill>
                  <a:schemeClr val="tx1"/>
                </a:solidFill>
              </a:endParaRPr>
            </a:p>
          </p:txBody>
        </p:sp>
      </p:grpSp>
      <p:pic>
        <p:nvPicPr>
          <p:cNvPr id="89" name="Grafik 88" descr="Monitor mit einfarbiger Füllung">
            <a:extLst>
              <a:ext uri="{FF2B5EF4-FFF2-40B4-BE49-F238E27FC236}">
                <a16:creationId xmlns:a16="http://schemas.microsoft.com/office/drawing/2014/main" id="{36717BE2-5C41-7703-10A5-3E3642CEE8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7280" y="2571868"/>
            <a:ext cx="480991" cy="480991"/>
          </a:xfrm>
          <a:prstGeom prst="rect">
            <a:avLst/>
          </a:prstGeom>
        </p:spPr>
      </p:pic>
      <p:sp>
        <p:nvSpPr>
          <p:cNvPr id="90" name="Rechteck: abgerundete Ecken 89">
            <a:extLst>
              <a:ext uri="{FF2B5EF4-FFF2-40B4-BE49-F238E27FC236}">
                <a16:creationId xmlns:a16="http://schemas.microsoft.com/office/drawing/2014/main" id="{79C4F476-CF46-2FE9-AA45-0274E3D2E0DB}"/>
              </a:ext>
            </a:extLst>
          </p:cNvPr>
          <p:cNvSpPr/>
          <p:nvPr/>
        </p:nvSpPr>
        <p:spPr>
          <a:xfrm>
            <a:off x="6122614" y="2501977"/>
            <a:ext cx="1663637" cy="947991"/>
          </a:xfrm>
          <a:prstGeom prst="roundRect">
            <a:avLst>
              <a:gd name="adj" fmla="val 5652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endParaRPr lang="de-DE" sz="1800" err="1">
              <a:solidFill>
                <a:schemeClr val="bg1"/>
              </a:solidFill>
            </a:endParaRPr>
          </a:p>
        </p:txBody>
      </p:sp>
      <p:sp>
        <p:nvSpPr>
          <p:cNvPr id="92" name="Rechteck: abgerundete Ecken 91">
            <a:extLst>
              <a:ext uri="{FF2B5EF4-FFF2-40B4-BE49-F238E27FC236}">
                <a16:creationId xmlns:a16="http://schemas.microsoft.com/office/drawing/2014/main" id="{1745B9A1-B1DC-6AD5-2551-4B2EAE0313D5}"/>
              </a:ext>
            </a:extLst>
          </p:cNvPr>
          <p:cNvSpPr/>
          <p:nvPr/>
        </p:nvSpPr>
        <p:spPr>
          <a:xfrm>
            <a:off x="6314920" y="3112825"/>
            <a:ext cx="1142211" cy="1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PDF24</a:t>
            </a:r>
          </a:p>
        </p:txBody>
      </p:sp>
      <p:grpSp>
        <p:nvGrpSpPr>
          <p:cNvPr id="93" name="Gruppieren 92">
            <a:extLst>
              <a:ext uri="{FF2B5EF4-FFF2-40B4-BE49-F238E27FC236}">
                <a16:creationId xmlns:a16="http://schemas.microsoft.com/office/drawing/2014/main" id="{0CA7C742-C6A5-5011-9FA0-D594AAC2B5F2}"/>
              </a:ext>
            </a:extLst>
          </p:cNvPr>
          <p:cNvGrpSpPr/>
          <p:nvPr/>
        </p:nvGrpSpPr>
        <p:grpSpPr>
          <a:xfrm>
            <a:off x="6455093" y="2548626"/>
            <a:ext cx="779821" cy="589578"/>
            <a:chOff x="7990135" y="2531560"/>
            <a:chExt cx="1226275" cy="927116"/>
          </a:xfrm>
        </p:grpSpPr>
        <p:pic>
          <p:nvPicPr>
            <p:cNvPr id="94" name="Grafik 93" descr="Männliches Profil mit einfarbiger Füllung">
              <a:extLst>
                <a:ext uri="{FF2B5EF4-FFF2-40B4-BE49-F238E27FC236}">
                  <a16:creationId xmlns:a16="http://schemas.microsoft.com/office/drawing/2014/main" id="{A2183417-A6B8-80D7-1BD1-129722E8DB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21663" y="2531560"/>
              <a:ext cx="719136" cy="719138"/>
            </a:xfrm>
            <a:prstGeom prst="rect">
              <a:avLst/>
            </a:prstGeom>
          </p:spPr>
        </p:pic>
        <p:sp>
          <p:nvSpPr>
            <p:cNvPr id="98" name="Textfeld 97">
              <a:extLst>
                <a:ext uri="{FF2B5EF4-FFF2-40B4-BE49-F238E27FC236}">
                  <a16:creationId xmlns:a16="http://schemas.microsoft.com/office/drawing/2014/main" id="{C50A4F98-9DCC-8BA9-7D8F-76066B5CF4CC}"/>
                </a:ext>
              </a:extLst>
            </p:cNvPr>
            <p:cNvSpPr txBox="1"/>
            <p:nvPr/>
          </p:nvSpPr>
          <p:spPr>
            <a:xfrm>
              <a:off x="7990135" y="3179335"/>
              <a:ext cx="1226275" cy="279341"/>
            </a:xfrm>
            <a:prstGeom prst="rect">
              <a:avLst/>
            </a:prstGeom>
          </p:spPr>
          <p:txBody>
            <a:bodyPr vert="horz" wrap="square" lIns="72000" tIns="36000" rIns="72000" bIns="36000" rtlCol="0" anchor="t" anchorCtr="0">
              <a:noAutofit/>
            </a:bodyPr>
            <a:lstStyle/>
            <a:p>
              <a:pPr algn="ctr"/>
              <a:r>
                <a:rPr lang="de-DE" sz="600"/>
                <a:t>Buchhaltung</a:t>
              </a:r>
              <a:endParaRPr lang="de-DE" sz="600">
                <a:solidFill>
                  <a:schemeClr val="tx1"/>
                </a:solidFill>
              </a:endParaRPr>
            </a:p>
          </p:txBody>
        </p:sp>
      </p:grpSp>
      <p:pic>
        <p:nvPicPr>
          <p:cNvPr id="99" name="Grafik 98" descr="Monitor mit einfarbiger Füllung">
            <a:extLst>
              <a:ext uri="{FF2B5EF4-FFF2-40B4-BE49-F238E27FC236}">
                <a16:creationId xmlns:a16="http://schemas.microsoft.com/office/drawing/2014/main" id="{76728E3A-7235-C719-A5DB-FE56112E2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5392" y="2566830"/>
            <a:ext cx="480991" cy="480991"/>
          </a:xfrm>
          <a:prstGeom prst="rect">
            <a:avLst/>
          </a:prstGeom>
        </p:spPr>
      </p:pic>
      <p:sp>
        <p:nvSpPr>
          <p:cNvPr id="111" name="Rechteck: abgerundete Ecken 110">
            <a:extLst>
              <a:ext uri="{FF2B5EF4-FFF2-40B4-BE49-F238E27FC236}">
                <a16:creationId xmlns:a16="http://schemas.microsoft.com/office/drawing/2014/main" id="{CDEE8DAA-C69D-B2C1-7529-AE5FC83C9317}"/>
              </a:ext>
            </a:extLst>
          </p:cNvPr>
          <p:cNvSpPr/>
          <p:nvPr/>
        </p:nvSpPr>
        <p:spPr>
          <a:xfrm>
            <a:off x="6115789" y="1097404"/>
            <a:ext cx="1663637" cy="1337776"/>
          </a:xfrm>
          <a:prstGeom prst="roundRect">
            <a:avLst>
              <a:gd name="adj" fmla="val 5652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endParaRPr lang="de-DE" sz="1800" err="1">
              <a:solidFill>
                <a:schemeClr val="bg1"/>
              </a:solidFill>
            </a:endParaRPr>
          </a:p>
        </p:txBody>
      </p:sp>
      <p:sp>
        <p:nvSpPr>
          <p:cNvPr id="116" name="Rechteck: abgerundete Ecken 115">
            <a:extLst>
              <a:ext uri="{FF2B5EF4-FFF2-40B4-BE49-F238E27FC236}">
                <a16:creationId xmlns:a16="http://schemas.microsoft.com/office/drawing/2014/main" id="{6BEE2A17-1CF3-3B0A-8720-893D35C3674D}"/>
              </a:ext>
            </a:extLst>
          </p:cNvPr>
          <p:cNvSpPr/>
          <p:nvPr/>
        </p:nvSpPr>
        <p:spPr>
          <a:xfrm>
            <a:off x="6314920" y="1753393"/>
            <a:ext cx="1142211" cy="1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PDF-Expert</a:t>
            </a:r>
          </a:p>
        </p:txBody>
      </p: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4169248B-4874-084A-28E7-E78B196F1431}"/>
              </a:ext>
            </a:extLst>
          </p:cNvPr>
          <p:cNvGrpSpPr/>
          <p:nvPr/>
        </p:nvGrpSpPr>
        <p:grpSpPr>
          <a:xfrm>
            <a:off x="6421336" y="1155907"/>
            <a:ext cx="779821" cy="589578"/>
            <a:chOff x="7990135" y="2531560"/>
            <a:chExt cx="1226275" cy="927116"/>
          </a:xfrm>
        </p:grpSpPr>
        <p:pic>
          <p:nvPicPr>
            <p:cNvPr id="127" name="Grafik 126" descr="Männliches Profil mit einfarbiger Füllung">
              <a:extLst>
                <a:ext uri="{FF2B5EF4-FFF2-40B4-BE49-F238E27FC236}">
                  <a16:creationId xmlns:a16="http://schemas.microsoft.com/office/drawing/2014/main" id="{8CE3B64D-3FC2-65A1-F40B-006AB81999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21663" y="2531560"/>
              <a:ext cx="719136" cy="719138"/>
            </a:xfrm>
            <a:prstGeom prst="rect">
              <a:avLst/>
            </a:prstGeom>
          </p:spPr>
        </p:pic>
        <p:sp>
          <p:nvSpPr>
            <p:cNvPr id="1030" name="Textfeld 1029">
              <a:extLst>
                <a:ext uri="{FF2B5EF4-FFF2-40B4-BE49-F238E27FC236}">
                  <a16:creationId xmlns:a16="http://schemas.microsoft.com/office/drawing/2014/main" id="{8A40F65D-A105-2880-61FB-4F983AF41913}"/>
                </a:ext>
              </a:extLst>
            </p:cNvPr>
            <p:cNvSpPr txBox="1"/>
            <p:nvPr/>
          </p:nvSpPr>
          <p:spPr>
            <a:xfrm>
              <a:off x="7990135" y="3179335"/>
              <a:ext cx="1226275" cy="279341"/>
            </a:xfrm>
            <a:prstGeom prst="rect">
              <a:avLst/>
            </a:prstGeom>
          </p:spPr>
          <p:txBody>
            <a:bodyPr vert="horz" wrap="square" lIns="72000" tIns="36000" rIns="72000" bIns="36000" rtlCol="0" anchor="t" anchorCtr="0">
              <a:noAutofit/>
            </a:bodyPr>
            <a:lstStyle/>
            <a:p>
              <a:pPr algn="ctr"/>
              <a:r>
                <a:rPr lang="de-DE" sz="600"/>
                <a:t>Service/Vertrieb</a:t>
              </a:r>
              <a:endParaRPr lang="de-DE" sz="600">
                <a:solidFill>
                  <a:schemeClr val="tx1"/>
                </a:solidFill>
              </a:endParaRPr>
            </a:p>
          </p:txBody>
        </p:sp>
      </p:grpSp>
      <p:sp>
        <p:nvSpPr>
          <p:cNvPr id="1043" name="Rechteck: abgerundete Ecken 1042">
            <a:extLst>
              <a:ext uri="{FF2B5EF4-FFF2-40B4-BE49-F238E27FC236}">
                <a16:creationId xmlns:a16="http://schemas.microsoft.com/office/drawing/2014/main" id="{5E5B0930-7633-338F-1B5F-9D5B7941509B}"/>
              </a:ext>
            </a:extLst>
          </p:cNvPr>
          <p:cNvSpPr/>
          <p:nvPr/>
        </p:nvSpPr>
        <p:spPr>
          <a:xfrm>
            <a:off x="6314920" y="1977018"/>
            <a:ext cx="1142211" cy="1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Mail</a:t>
            </a:r>
          </a:p>
        </p:txBody>
      </p:sp>
      <p:pic>
        <p:nvPicPr>
          <p:cNvPr id="48" name="Grafik 47" descr="Tablet mit einfarbiger Füllung">
            <a:extLst>
              <a:ext uri="{FF2B5EF4-FFF2-40B4-BE49-F238E27FC236}">
                <a16:creationId xmlns:a16="http://schemas.microsoft.com/office/drawing/2014/main" id="{5F60E636-1BC5-ED81-25EE-D2197E99AC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50935" y="1134361"/>
            <a:ext cx="604109" cy="604109"/>
          </a:xfrm>
          <a:prstGeom prst="rect">
            <a:avLst/>
          </a:prstGeom>
        </p:spPr>
      </p:pic>
      <p:sp>
        <p:nvSpPr>
          <p:cNvPr id="1042" name="Textfeld 1041">
            <a:extLst>
              <a:ext uri="{FF2B5EF4-FFF2-40B4-BE49-F238E27FC236}">
                <a16:creationId xmlns:a16="http://schemas.microsoft.com/office/drawing/2014/main" id="{37E3276D-B1E4-4E4F-E48C-9FA99759A124}"/>
              </a:ext>
            </a:extLst>
          </p:cNvPr>
          <p:cNvSpPr txBox="1"/>
          <p:nvPr/>
        </p:nvSpPr>
        <p:spPr>
          <a:xfrm>
            <a:off x="7092257" y="1320305"/>
            <a:ext cx="68808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err="1">
                <a:solidFill>
                  <a:schemeClr val="tx1"/>
                </a:solidFill>
              </a:rPr>
              <a:t>iPAD</a:t>
            </a:r>
            <a:endParaRPr lang="de-DE" sz="1050"/>
          </a:p>
        </p:txBody>
      </p:sp>
      <p:sp>
        <p:nvSpPr>
          <p:cNvPr id="1047" name="Rechteck: abgerundete Ecken 1046">
            <a:extLst>
              <a:ext uri="{FF2B5EF4-FFF2-40B4-BE49-F238E27FC236}">
                <a16:creationId xmlns:a16="http://schemas.microsoft.com/office/drawing/2014/main" id="{4A61C1A3-944F-F88D-E277-AEE4C5839655}"/>
              </a:ext>
            </a:extLst>
          </p:cNvPr>
          <p:cNvSpPr/>
          <p:nvPr/>
        </p:nvSpPr>
        <p:spPr>
          <a:xfrm>
            <a:off x="3302140" y="1575904"/>
            <a:ext cx="2600185" cy="1515953"/>
          </a:xfrm>
          <a:prstGeom prst="roundRect">
            <a:avLst>
              <a:gd name="adj" fmla="val 5652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endParaRPr lang="de-DE" sz="1800" err="1">
              <a:solidFill>
                <a:schemeClr val="bg1"/>
              </a:solidFill>
            </a:endParaRPr>
          </a:p>
        </p:txBody>
      </p:sp>
      <p:sp>
        <p:nvSpPr>
          <p:cNvPr id="1060" name="Rechteck: abgerundete Ecken 1059">
            <a:extLst>
              <a:ext uri="{FF2B5EF4-FFF2-40B4-BE49-F238E27FC236}">
                <a16:creationId xmlns:a16="http://schemas.microsoft.com/office/drawing/2014/main" id="{C68F5F5F-E072-575B-93C9-4794CFB175AF}"/>
              </a:ext>
            </a:extLst>
          </p:cNvPr>
          <p:cNvSpPr/>
          <p:nvPr/>
        </p:nvSpPr>
        <p:spPr>
          <a:xfrm>
            <a:off x="3501271" y="2410070"/>
            <a:ext cx="1142211" cy="1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r>
              <a:rPr lang="de-DE" sz="600">
                <a:solidFill>
                  <a:schemeClr val="tx1"/>
                </a:solidFill>
              </a:rPr>
              <a:t>Sophos Virenscanner </a:t>
            </a:r>
          </a:p>
          <a:p>
            <a:r>
              <a:rPr lang="de-DE" sz="500">
                <a:solidFill>
                  <a:schemeClr val="tx1"/>
                </a:solidFill>
              </a:rPr>
              <a:t>auf MACs</a:t>
            </a:r>
          </a:p>
        </p:txBody>
      </p:sp>
      <p:grpSp>
        <p:nvGrpSpPr>
          <p:cNvPr id="1063" name="Gruppieren 1062">
            <a:extLst>
              <a:ext uri="{FF2B5EF4-FFF2-40B4-BE49-F238E27FC236}">
                <a16:creationId xmlns:a16="http://schemas.microsoft.com/office/drawing/2014/main" id="{0B96DF8C-C9DB-4095-AEED-A34B25ECF0CE}"/>
              </a:ext>
            </a:extLst>
          </p:cNvPr>
          <p:cNvGrpSpPr/>
          <p:nvPr/>
        </p:nvGrpSpPr>
        <p:grpSpPr>
          <a:xfrm>
            <a:off x="3607687" y="1652595"/>
            <a:ext cx="779821" cy="589578"/>
            <a:chOff x="7990135" y="2531560"/>
            <a:chExt cx="1226275" cy="927116"/>
          </a:xfrm>
        </p:grpSpPr>
        <p:pic>
          <p:nvPicPr>
            <p:cNvPr id="1066" name="Grafik 1065" descr="Männliches Profil mit einfarbiger Füllung">
              <a:extLst>
                <a:ext uri="{FF2B5EF4-FFF2-40B4-BE49-F238E27FC236}">
                  <a16:creationId xmlns:a16="http://schemas.microsoft.com/office/drawing/2014/main" id="{48EA6E01-DC5A-9067-489B-42697C7926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21663" y="2531560"/>
              <a:ext cx="719136" cy="719138"/>
            </a:xfrm>
            <a:prstGeom prst="rect">
              <a:avLst/>
            </a:prstGeom>
          </p:spPr>
        </p:pic>
        <p:sp>
          <p:nvSpPr>
            <p:cNvPr id="1067" name="Textfeld 1066">
              <a:extLst>
                <a:ext uri="{FF2B5EF4-FFF2-40B4-BE49-F238E27FC236}">
                  <a16:creationId xmlns:a16="http://schemas.microsoft.com/office/drawing/2014/main" id="{B47C53A8-EBB7-D26D-948F-EE11F90A8B88}"/>
                </a:ext>
              </a:extLst>
            </p:cNvPr>
            <p:cNvSpPr txBox="1"/>
            <p:nvPr/>
          </p:nvSpPr>
          <p:spPr>
            <a:xfrm>
              <a:off x="7990135" y="3179335"/>
              <a:ext cx="1226275" cy="279341"/>
            </a:xfrm>
            <a:prstGeom prst="rect">
              <a:avLst/>
            </a:prstGeom>
          </p:spPr>
          <p:txBody>
            <a:bodyPr vert="horz" wrap="square" lIns="36000" tIns="36000" rIns="36000" bIns="36000" rtlCol="0" anchor="t" anchorCtr="0">
              <a:noAutofit/>
            </a:bodyPr>
            <a:lstStyle/>
            <a:p>
              <a:pPr algn="ctr"/>
              <a:r>
                <a:rPr lang="de-DE" sz="600" dirty="0"/>
                <a:t>AIRCO-Mitarbeiter (ca. 40 Nutzer)</a:t>
              </a:r>
              <a:endParaRPr lang="de-DE" sz="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9713E453-A185-1B85-A235-9C6033ABA700}"/>
              </a:ext>
            </a:extLst>
          </p:cNvPr>
          <p:cNvGrpSpPr/>
          <p:nvPr/>
        </p:nvGrpSpPr>
        <p:grpSpPr>
          <a:xfrm>
            <a:off x="4828793" y="1753771"/>
            <a:ext cx="591080" cy="591080"/>
            <a:chOff x="4500944" y="2306174"/>
            <a:chExt cx="591080" cy="591080"/>
          </a:xfrm>
        </p:grpSpPr>
        <p:pic>
          <p:nvPicPr>
            <p:cNvPr id="113" name="Grafik 112" descr="Tablet mit einfarbiger Füllung">
              <a:extLst>
                <a:ext uri="{FF2B5EF4-FFF2-40B4-BE49-F238E27FC236}">
                  <a16:creationId xmlns:a16="http://schemas.microsoft.com/office/drawing/2014/main" id="{85BFCC9D-D0EF-4691-8D96-33E4877EFB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00944" y="2306174"/>
              <a:ext cx="591080" cy="591080"/>
            </a:xfrm>
            <a:prstGeom prst="rect">
              <a:avLst/>
            </a:prstGeom>
          </p:spPr>
        </p:pic>
        <p:sp>
          <p:nvSpPr>
            <p:cNvPr id="114" name="Rechteck: abgerundete Ecken 113">
              <a:extLst>
                <a:ext uri="{FF2B5EF4-FFF2-40B4-BE49-F238E27FC236}">
                  <a16:creationId xmlns:a16="http://schemas.microsoft.com/office/drawing/2014/main" id="{92115FE5-8BDD-737E-EA15-129FE42CB0D6}"/>
                </a:ext>
              </a:extLst>
            </p:cNvPr>
            <p:cNvSpPr/>
            <p:nvPr/>
          </p:nvSpPr>
          <p:spPr>
            <a:xfrm>
              <a:off x="4572907" y="2540793"/>
              <a:ext cx="448649" cy="141925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de-DE" sz="800" err="1">
                  <a:solidFill>
                    <a:schemeClr val="tx1"/>
                  </a:solidFill>
                </a:rPr>
                <a:t>Concens</a:t>
              </a:r>
              <a:endParaRPr lang="de-DE" sz="800">
                <a:solidFill>
                  <a:schemeClr val="tx1"/>
                </a:solidFill>
              </a:endParaRPr>
            </a:p>
          </p:txBody>
        </p:sp>
      </p:grpSp>
      <p:sp>
        <p:nvSpPr>
          <p:cNvPr id="1075" name="Würfel 1074">
            <a:extLst>
              <a:ext uri="{FF2B5EF4-FFF2-40B4-BE49-F238E27FC236}">
                <a16:creationId xmlns:a16="http://schemas.microsoft.com/office/drawing/2014/main" id="{2CC9D162-CB37-BB34-C629-93308D69774F}"/>
              </a:ext>
            </a:extLst>
          </p:cNvPr>
          <p:cNvSpPr/>
          <p:nvPr/>
        </p:nvSpPr>
        <p:spPr>
          <a:xfrm>
            <a:off x="3498179" y="2645668"/>
            <a:ext cx="1191023" cy="188573"/>
          </a:xfrm>
          <a:prstGeom prst="cub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de-DE" sz="600">
                <a:solidFill>
                  <a:schemeClr val="tx1"/>
                </a:solidFill>
              </a:rPr>
              <a:t>Sophos Access Points WLAN</a:t>
            </a:r>
          </a:p>
        </p:txBody>
      </p:sp>
      <p:sp>
        <p:nvSpPr>
          <p:cNvPr id="1076" name="Würfel 1075">
            <a:extLst>
              <a:ext uri="{FF2B5EF4-FFF2-40B4-BE49-F238E27FC236}">
                <a16:creationId xmlns:a16="http://schemas.microsoft.com/office/drawing/2014/main" id="{BFAA723F-471D-C127-85BC-6A221741647B}"/>
              </a:ext>
            </a:extLst>
          </p:cNvPr>
          <p:cNvSpPr/>
          <p:nvPr/>
        </p:nvSpPr>
        <p:spPr>
          <a:xfrm>
            <a:off x="3498179" y="2863447"/>
            <a:ext cx="1191023" cy="188573"/>
          </a:xfrm>
          <a:prstGeom prst="cub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de-DE" sz="600">
                <a:solidFill>
                  <a:schemeClr val="tx1"/>
                </a:solidFill>
              </a:rPr>
              <a:t>LAN</a:t>
            </a:r>
          </a:p>
        </p:txBody>
      </p:sp>
      <p:pic>
        <p:nvPicPr>
          <p:cNvPr id="117" name="Grafik 116" descr="Smartphone mit einfarbiger Füllung">
            <a:extLst>
              <a:ext uri="{FF2B5EF4-FFF2-40B4-BE49-F238E27FC236}">
                <a16:creationId xmlns:a16="http://schemas.microsoft.com/office/drawing/2014/main" id="{F99039FB-0B3D-43C1-7179-16FD472BD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4334" y="2342323"/>
            <a:ext cx="444413" cy="444413"/>
          </a:xfrm>
          <a:prstGeom prst="rect">
            <a:avLst/>
          </a:prstGeom>
        </p:spPr>
      </p:pic>
      <p:sp>
        <p:nvSpPr>
          <p:cNvPr id="1081" name="Rechteck 1080">
            <a:extLst>
              <a:ext uri="{FF2B5EF4-FFF2-40B4-BE49-F238E27FC236}">
                <a16:creationId xmlns:a16="http://schemas.microsoft.com/office/drawing/2014/main" id="{193485EF-AA0A-BD8D-6DB7-4CDE782946C2}"/>
              </a:ext>
            </a:extLst>
          </p:cNvPr>
          <p:cNvSpPr/>
          <p:nvPr/>
        </p:nvSpPr>
        <p:spPr>
          <a:xfrm>
            <a:off x="5094065" y="2407317"/>
            <a:ext cx="688448" cy="2687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l"/>
            <a:r>
              <a:rPr lang="de-DE" sz="500" dirty="0">
                <a:solidFill>
                  <a:srgbClr val="FF0000"/>
                </a:solidFill>
              </a:rPr>
              <a:t>!Aktuell keine Restriktionen auf </a:t>
            </a:r>
            <a:r>
              <a:rPr lang="de-DE" sz="500" dirty="0" err="1">
                <a:solidFill>
                  <a:srgbClr val="FF0000"/>
                </a:solidFill>
              </a:rPr>
              <a:t>AppStore</a:t>
            </a:r>
            <a:endParaRPr lang="de-DE" sz="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917525"/>
      </p:ext>
    </p:extLst>
  </p:cSld>
  <p:clrMapOvr>
    <a:masterClrMapping/>
  </p:clrMapOvr>
</p:sld>
</file>

<file path=ppt/theme/theme1.xml><?xml version="1.0" encoding="utf-8"?>
<a:theme xmlns:a="http://schemas.openxmlformats.org/drawingml/2006/main" name="Lightmode - Fußzeile unten - Juni 2025 official">
  <a:themeElements>
    <a:clrScheme name="Styleguide 2025 Master">
      <a:dk1>
        <a:sysClr val="windowText" lastClr="000000"/>
      </a:dk1>
      <a:lt1>
        <a:sysClr val="window" lastClr="FFFFFF"/>
      </a:lt1>
      <a:dk2>
        <a:srgbClr val="0B2147"/>
      </a:dk2>
      <a:lt2>
        <a:srgbClr val="808080"/>
      </a:lt2>
      <a:accent1>
        <a:srgbClr val="17428F"/>
      </a:accent1>
      <a:accent2>
        <a:srgbClr val="F39719"/>
      </a:accent2>
      <a:accent3>
        <a:srgbClr val="6E7A96"/>
      </a:accent3>
      <a:accent4>
        <a:srgbClr val="FFD22A"/>
      </a:accent4>
      <a:accent5>
        <a:srgbClr val="C31E51"/>
      </a:accent5>
      <a:accent6>
        <a:srgbClr val="E5FFA8"/>
      </a:accent6>
      <a:hlink>
        <a:srgbClr val="1B798F"/>
      </a:hlink>
      <a:folHlink>
        <a:srgbClr val="D53015"/>
      </a:folHlink>
    </a:clrScheme>
    <a:fontScheme name="Avenir Next / New Style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noFill/>
        </a:ln>
      </a:spPr>
      <a:bodyPr lIns="72000" tIns="108000" rIns="72000" bIns="72000" rtlCol="0" anchor="t"/>
      <a:lstStyle>
        <a:defPPr algn="l">
          <a:spcBef>
            <a:spcPts val="600"/>
          </a:spcBef>
          <a:defRPr sz="16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108000" rIns="72000" bIns="72000" rtlCol="0" anchor="t" anchorCtr="0">
        <a:noAutofit/>
      </a:bodyPr>
      <a:lstStyle>
        <a:defPPr algn="l">
          <a:spcBef>
            <a:spcPts val="600"/>
          </a:spcBef>
          <a:defRPr sz="16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tyleguide_03-07-2025_Veröffentlicht.pptx" id="{C6C4087E-3B24-407F-91EA-4AA449A294DE}" vid="{844C5D41-88C8-441C-894B-D03F9FBF661A}"/>
    </a:ext>
  </a:extLst>
</a:theme>
</file>

<file path=ppt/theme/theme2.xml><?xml version="1.0" encoding="utf-8"?>
<a:theme xmlns:a="http://schemas.openxmlformats.org/drawingml/2006/main" name="1_Lightmode - Fußzeile unten - Juni 2025 official">
  <a:themeElements>
    <a:clrScheme name="Styleguide 2025 Master">
      <a:dk1>
        <a:sysClr val="windowText" lastClr="000000"/>
      </a:dk1>
      <a:lt1>
        <a:sysClr val="window" lastClr="FFFFFF"/>
      </a:lt1>
      <a:dk2>
        <a:srgbClr val="0B2147"/>
      </a:dk2>
      <a:lt2>
        <a:srgbClr val="808080"/>
      </a:lt2>
      <a:accent1>
        <a:srgbClr val="17428F"/>
      </a:accent1>
      <a:accent2>
        <a:srgbClr val="F39719"/>
      </a:accent2>
      <a:accent3>
        <a:srgbClr val="6E7A96"/>
      </a:accent3>
      <a:accent4>
        <a:srgbClr val="FFD22A"/>
      </a:accent4>
      <a:accent5>
        <a:srgbClr val="C31E51"/>
      </a:accent5>
      <a:accent6>
        <a:srgbClr val="E5FFA8"/>
      </a:accent6>
      <a:hlink>
        <a:srgbClr val="1B798F"/>
      </a:hlink>
      <a:folHlink>
        <a:srgbClr val="D53015"/>
      </a:folHlink>
    </a:clrScheme>
    <a:fontScheme name="Avenir Next / New Style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noFill/>
        </a:ln>
      </a:spPr>
      <a:bodyPr lIns="72000" tIns="108000" rIns="72000" bIns="72000" rtlCol="0" anchor="t"/>
      <a:lstStyle>
        <a:defPPr algn="l">
          <a:spcBef>
            <a:spcPts val="600"/>
          </a:spcBef>
          <a:defRPr sz="16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108000" rIns="72000" bIns="72000" rtlCol="0" anchor="t" anchorCtr="0">
        <a:noAutofit/>
      </a:bodyPr>
      <a:lstStyle>
        <a:defPPr algn="l">
          <a:spcBef>
            <a:spcPts val="600"/>
          </a:spcBef>
          <a:defRPr sz="16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tyleguide_03-07-2025_Veröffentlicht" id="{3752488A-2003-4568-8750-BE9FA5A25079}" vid="{1CFACE09-2A10-449D-856B-D3BBF04CDEFF}"/>
    </a:ext>
  </a:extLst>
</a:theme>
</file>

<file path=ppt/theme/theme3.xml><?xml version="1.0" encoding="utf-8"?>
<a:theme xmlns:a="http://schemas.openxmlformats.org/drawingml/2006/main" name="Lightmode - Fußzeile unten">
  <a:themeElements>
    <a:clrScheme name="Styleguide 2025 Master">
      <a:dk1>
        <a:sysClr val="windowText" lastClr="000000"/>
      </a:dk1>
      <a:lt1>
        <a:sysClr val="window" lastClr="FFFFFF"/>
      </a:lt1>
      <a:dk2>
        <a:srgbClr val="0B2147"/>
      </a:dk2>
      <a:lt2>
        <a:srgbClr val="808080"/>
      </a:lt2>
      <a:accent1>
        <a:srgbClr val="17428F"/>
      </a:accent1>
      <a:accent2>
        <a:srgbClr val="F39719"/>
      </a:accent2>
      <a:accent3>
        <a:srgbClr val="6E7A96"/>
      </a:accent3>
      <a:accent4>
        <a:srgbClr val="FFD22A"/>
      </a:accent4>
      <a:accent5>
        <a:srgbClr val="C31E51"/>
      </a:accent5>
      <a:accent6>
        <a:srgbClr val="E5FFA8"/>
      </a:accent6>
      <a:hlink>
        <a:srgbClr val="1B798F"/>
      </a:hlink>
      <a:folHlink>
        <a:srgbClr val="D53015"/>
      </a:folHlink>
    </a:clrScheme>
    <a:fontScheme name="Avenir Next / New Style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lIns="72000" rIns="72000" rtlCol="0" anchor="t"/>
      <a:lstStyle>
        <a:defPPr algn="l">
          <a:defRPr sz="18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72000" tIns="36000" rIns="72000" bIns="36000" rtlCol="0" anchor="t" anchorCtr="0">
        <a:noAutofit/>
      </a:bodyPr>
      <a:lstStyle>
        <a:defPPr algn="l">
          <a:defRPr sz="14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nternehmenspräsentation_Version_1.0_20251120.potx" id="{09F8ED1F-4B2F-4BEC-9E99-CC90B4EEBE3E}" vid="{A6711480-13A4-4A22-89A6-D06D4D9C170D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66c8e2-56d4-4729-8cd2-60f053cd4c16" xsi:nil="true"/>
    <lcf76f155ced4ddcb4097134ff3c332f xmlns="c1cba30b-de1a-4a57-8665-a95bb64669ba">
      <Terms xmlns="http://schemas.microsoft.com/office/infopath/2007/PartnerControls"/>
    </lcf76f155ced4ddcb4097134ff3c332f>
    <Archivflag xmlns="c1cba30b-de1a-4a57-8665-a95bb64669ba">false</Archivflag>
    <ArchivierenZum xmlns="c1cba30b-de1a-4a57-8665-a95bb64669b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5F3391A09CF344391877E0DEE7CC5BD" ma:contentTypeVersion="24" ma:contentTypeDescription="Ein neues Dokument erstellen." ma:contentTypeScope="" ma:versionID="7939b8a03eb99b6c7255e3a802dff7a3">
  <xsd:schema xmlns:xsd="http://www.w3.org/2001/XMLSchema" xmlns:xs="http://www.w3.org/2001/XMLSchema" xmlns:p="http://schemas.microsoft.com/office/2006/metadata/properties" xmlns:ns2="c1cba30b-de1a-4a57-8665-a95bb64669ba" xmlns:ns3="e466c8e2-56d4-4729-8cd2-60f053cd4c16" targetNamespace="http://schemas.microsoft.com/office/2006/metadata/properties" ma:root="true" ma:fieldsID="c36acc0136ae1475b50a2d70016dddca" ns2:_="" ns3:_="">
    <xsd:import namespace="c1cba30b-de1a-4a57-8665-a95bb64669ba"/>
    <xsd:import namespace="e466c8e2-56d4-4729-8cd2-60f053cd4c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flag" minOccurs="0"/>
                <xsd:element ref="ns2:ArchivierenZum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cba30b-de1a-4a57-8665-a95bb64669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77f82b40-b5d0-48a1-bb5f-bb049f0848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flag" ma:index="26" nillable="true" ma:displayName="Archivflag" ma:default="0" ma:description="Kennzeichnet ein Projekt für die Archivierung. Wird aber nur auf oberster Projektordner-Ebene in Betracht gezogen (für Unterordner oder Dateien spielt das Kennzeichen keine Rolle)" ma:internalName="Archivflag">
      <xsd:simpleType>
        <xsd:restriction base="dms:Boolean"/>
      </xsd:simpleType>
    </xsd:element>
    <xsd:element name="ArchivierenZum" ma:index="27" nillable="true" ma:displayName="ArchivierenZum" ma:format="DateOnly" ma:internalName="ArchivierenZum">
      <xsd:simpleType>
        <xsd:restriction base="dms:DateTim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6c8e2-56d4-4729-8cd2-60f053cd4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fa01c5a-0114-4ebf-93e9-a9be9ac64eb1}" ma:internalName="TaxCatchAll" ma:showField="CatchAllData" ma:web="e466c8e2-56d4-4729-8cd2-60f053cd4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7C1D68-1302-4B88-82F2-2F6BD6F1FB6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910B73-5F24-42E8-9A91-88D62B05A581}">
  <ds:schemaRefs>
    <ds:schemaRef ds:uri="http://schemas.microsoft.com/office/2006/documentManagement/types"/>
    <ds:schemaRef ds:uri="e466c8e2-56d4-4729-8cd2-60f053cd4c16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dcmitype/"/>
    <ds:schemaRef ds:uri="http://www.w3.org/XML/1998/namespace"/>
    <ds:schemaRef ds:uri="c1cba30b-de1a-4a57-8665-a95bb64669ba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5C5FBF7-A563-4826-B17A-0097729962F0}">
  <ds:schemaRefs>
    <ds:schemaRef ds:uri="c1cba30b-de1a-4a57-8665-a95bb64669ba"/>
    <ds:schemaRef ds:uri="e466c8e2-56d4-4729-8cd2-60f053cd4c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2025_mosaiic_Präsentationsvorlage</Template>
  <TotalTime>0</TotalTime>
  <Words>1072</Words>
  <Application>Microsoft Office PowerPoint</Application>
  <PresentationFormat>Breitbild</PresentationFormat>
  <Paragraphs>241</Paragraphs>
  <Slides>5</Slides>
  <Notes>1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5</vt:i4>
      </vt:variant>
    </vt:vector>
  </HeadingPairs>
  <TitlesOfParts>
    <vt:vector size="16" baseType="lpstr">
      <vt:lpstr>Arial</vt:lpstr>
      <vt:lpstr>Avenir Next LT Pro</vt:lpstr>
      <vt:lpstr>Avenir Next LT Pro Demi</vt:lpstr>
      <vt:lpstr>Avenir Next LT Pro Light</vt:lpstr>
      <vt:lpstr>Calibri</vt:lpstr>
      <vt:lpstr>Calibri Light</vt:lpstr>
      <vt:lpstr>Segoe Script</vt:lpstr>
      <vt:lpstr>Wingdings</vt:lpstr>
      <vt:lpstr>Lightmode - Fußzeile unten - Juni 2025 official</vt:lpstr>
      <vt:lpstr>1_Lightmode - Fußzeile unten - Juni 2025 official</vt:lpstr>
      <vt:lpstr>Lightmode - Fußzeile unten</vt:lpstr>
      <vt:lpstr>PowerPoint-Präsentation</vt:lpstr>
      <vt:lpstr>Maßnahme: Altdaten / Data Engineering</vt:lpstr>
      <vt:lpstr>Vorgehensweise im Projekt – Data Engineering</vt:lpstr>
      <vt:lpstr>ToDos – Data Engineering</vt:lpstr>
      <vt:lpstr>AIRCO IT-Landschaft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Huber</dc:creator>
  <cp:lastModifiedBy>Thomas Huber</cp:lastModifiedBy>
  <cp:revision>4</cp:revision>
  <cp:lastPrinted>2026-06-25T08:16:43Z</cp:lastPrinted>
  <dcterms:created xsi:type="dcterms:W3CDTF">2025-09-05T11:30:44Z</dcterms:created>
  <dcterms:modified xsi:type="dcterms:W3CDTF">2026-07-17T09:10:31Z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0x010100F5F3391A09CF344391877E0DEE7CC5BD</vt:lpwstr>
  </property>
</Properties>
</file>